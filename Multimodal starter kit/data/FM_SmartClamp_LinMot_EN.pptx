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2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1EE2B2-92B6-4F84-86B1-80802A3864BB}" v="91" dt="2022-10-20T10:43:53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 Van Doninck" userId="d520896b-ce7d-433b-89bb-9d1667819558" providerId="ADAL" clId="{F91EE2B2-92B6-4F84-86B1-80802A3864BB}"/>
    <pc:docChg chg="undo redo custSel addSld delSld modSld modMainMaster">
      <pc:chgData name="Bart Van Doninck" userId="d520896b-ce7d-433b-89bb-9d1667819558" providerId="ADAL" clId="{F91EE2B2-92B6-4F84-86B1-80802A3864BB}" dt="2022-10-20T10:44:43.241" v="1335" actId="27636"/>
      <pc:docMkLst>
        <pc:docMk/>
      </pc:docMkLst>
      <pc:sldChg chg="addSp delSp modSp mod">
        <pc:chgData name="Bart Van Doninck" userId="d520896b-ce7d-433b-89bb-9d1667819558" providerId="ADAL" clId="{F91EE2B2-92B6-4F84-86B1-80802A3864BB}" dt="2022-10-20T10:44:43.241" v="1335" actId="27636"/>
        <pc:sldMkLst>
          <pc:docMk/>
          <pc:sldMk cId="912031953" sldId="256"/>
        </pc:sldMkLst>
        <pc:spChg chg="mod">
          <ac:chgData name="Bart Van Doninck" userId="d520896b-ce7d-433b-89bb-9d1667819558" providerId="ADAL" clId="{F91EE2B2-92B6-4F84-86B1-80802A3864BB}" dt="2022-10-19T13:54:29.730" v="64" actId="20577"/>
          <ac:spMkLst>
            <pc:docMk/>
            <pc:sldMk cId="912031953" sldId="256"/>
            <ac:spMk id="2" creationId="{3C1F29CE-7D44-4D19-B95E-F257FE4A039A}"/>
          </ac:spMkLst>
        </pc:spChg>
        <pc:spChg chg="del">
          <ac:chgData name="Bart Van Doninck" userId="d520896b-ce7d-433b-89bb-9d1667819558" providerId="ADAL" clId="{F91EE2B2-92B6-4F84-86B1-80802A3864BB}" dt="2022-10-19T13:53:51.066" v="12"/>
          <ac:spMkLst>
            <pc:docMk/>
            <pc:sldMk cId="912031953" sldId="256"/>
            <ac:spMk id="3" creationId="{DF7ECEAB-7911-4E3B-859D-8EE5A3B7C56B}"/>
          </ac:spMkLst>
        </pc:spChg>
        <pc:spChg chg="mod">
          <ac:chgData name="Bart Van Doninck" userId="d520896b-ce7d-433b-89bb-9d1667819558" providerId="ADAL" clId="{F91EE2B2-92B6-4F84-86B1-80802A3864BB}" dt="2022-10-19T13:54:35.105" v="74" actId="20577"/>
          <ac:spMkLst>
            <pc:docMk/>
            <pc:sldMk cId="912031953" sldId="256"/>
            <ac:spMk id="4" creationId="{F72B5B73-3098-4AC9-88B9-34FB1C429A37}"/>
          </ac:spMkLst>
        </pc:spChg>
        <pc:spChg chg="mod">
          <ac:chgData name="Bart Van Doninck" userId="d520896b-ce7d-433b-89bb-9d1667819558" providerId="ADAL" clId="{F91EE2B2-92B6-4F84-86B1-80802A3864BB}" dt="2022-10-19T13:54:24.758" v="48" actId="20577"/>
          <ac:spMkLst>
            <pc:docMk/>
            <pc:sldMk cId="912031953" sldId="256"/>
            <ac:spMk id="5" creationId="{9ACC7761-1B9F-4295-AD29-953E2955F0EC}"/>
          </ac:spMkLst>
        </pc:spChg>
        <pc:spChg chg="mod">
          <ac:chgData name="Bart Van Doninck" userId="d520896b-ce7d-433b-89bb-9d1667819558" providerId="ADAL" clId="{F91EE2B2-92B6-4F84-86B1-80802A3864BB}" dt="2022-10-20T10:44:43.241" v="1335" actId="27636"/>
          <ac:spMkLst>
            <pc:docMk/>
            <pc:sldMk cId="912031953" sldId="256"/>
            <ac:spMk id="7" creationId="{09E91C3F-6E7F-4E90-84F9-758FA6F89671}"/>
          </ac:spMkLst>
        </pc:spChg>
        <pc:spChg chg="mod">
          <ac:chgData name="Bart Van Doninck" userId="d520896b-ce7d-433b-89bb-9d1667819558" providerId="ADAL" clId="{F91EE2B2-92B6-4F84-86B1-80802A3864BB}" dt="2022-10-19T13:54:04.590" v="35" actId="20577"/>
          <ac:spMkLst>
            <pc:docMk/>
            <pc:sldMk cId="912031953" sldId="256"/>
            <ac:spMk id="8" creationId="{FB2E2C31-DA6A-4056-BA2D-CA168A01E6DB}"/>
          </ac:spMkLst>
        </pc:spChg>
        <pc:picChg chg="add mod">
          <ac:chgData name="Bart Van Doninck" userId="d520896b-ce7d-433b-89bb-9d1667819558" providerId="ADAL" clId="{F91EE2B2-92B6-4F84-86B1-80802A3864BB}" dt="2022-10-19T07:48:36.353" v="11"/>
          <ac:picMkLst>
            <pc:docMk/>
            <pc:sldMk cId="912031953" sldId="256"/>
            <ac:picMk id="6" creationId="{CEE91424-6555-BBBE-241C-93ABEEC6251C}"/>
          </ac:picMkLst>
        </pc:picChg>
        <pc:picChg chg="add mod">
          <ac:chgData name="Bart Van Doninck" userId="d520896b-ce7d-433b-89bb-9d1667819558" providerId="ADAL" clId="{F91EE2B2-92B6-4F84-86B1-80802A3864BB}" dt="2022-10-19T13:53:51.066" v="12"/>
          <ac:picMkLst>
            <pc:docMk/>
            <pc:sldMk cId="912031953" sldId="256"/>
            <ac:picMk id="9" creationId="{9F817BC4-3824-1CA9-84EB-D82158C949FF}"/>
          </ac:picMkLst>
        </pc:picChg>
      </pc:sldChg>
      <pc:sldChg chg="addSp modSp mod">
        <pc:chgData name="Bart Van Doninck" userId="d520896b-ce7d-433b-89bb-9d1667819558" providerId="ADAL" clId="{F91EE2B2-92B6-4F84-86B1-80802A3864BB}" dt="2022-10-19T14:02:09.525" v="428" actId="20577"/>
        <pc:sldMkLst>
          <pc:docMk/>
          <pc:sldMk cId="2566316551" sldId="257"/>
        </pc:sldMkLst>
        <pc:spChg chg="mod">
          <ac:chgData name="Bart Van Doninck" userId="d520896b-ce7d-433b-89bb-9d1667819558" providerId="ADAL" clId="{F91EE2B2-92B6-4F84-86B1-80802A3864BB}" dt="2022-10-19T14:02:09.525" v="428" actId="20577"/>
          <ac:spMkLst>
            <pc:docMk/>
            <pc:sldMk cId="2566316551" sldId="257"/>
            <ac:spMk id="2" creationId="{9A050BCF-841C-45A2-91E1-725BDE6897A0}"/>
          </ac:spMkLst>
        </pc:spChg>
        <pc:spChg chg="mod">
          <ac:chgData name="Bart Van Doninck" userId="d520896b-ce7d-433b-89bb-9d1667819558" providerId="ADAL" clId="{F91EE2B2-92B6-4F84-86B1-80802A3864BB}" dt="2022-10-19T14:01:57.030" v="421" actId="20577"/>
          <ac:spMkLst>
            <pc:docMk/>
            <pc:sldMk cId="2566316551" sldId="257"/>
            <ac:spMk id="3" creationId="{25452828-867E-4466-BD86-17F6E3121953}"/>
          </ac:spMkLst>
        </pc:spChg>
        <pc:spChg chg="mod">
          <ac:chgData name="Bart Van Doninck" userId="d520896b-ce7d-433b-89bb-9d1667819558" providerId="ADAL" clId="{F91EE2B2-92B6-4F84-86B1-80802A3864BB}" dt="2022-10-19T13:56:27.151" v="165" actId="14100"/>
          <ac:spMkLst>
            <pc:docMk/>
            <pc:sldMk cId="2566316551" sldId="257"/>
            <ac:spMk id="4" creationId="{14F907CD-08B5-4450-A240-7BBC4C36643C}"/>
          </ac:spMkLst>
        </pc:spChg>
        <pc:picChg chg="add mod">
          <ac:chgData name="Bart Van Doninck" userId="d520896b-ce7d-433b-89bb-9d1667819558" providerId="ADAL" clId="{F91EE2B2-92B6-4F84-86B1-80802A3864BB}" dt="2022-10-19T13:56:52.050" v="167" actId="1076"/>
          <ac:picMkLst>
            <pc:docMk/>
            <pc:sldMk cId="2566316551" sldId="257"/>
            <ac:picMk id="7" creationId="{2C80E81E-5E9C-5363-5E39-2F772E8CF1C9}"/>
          </ac:picMkLst>
        </pc:picChg>
        <pc:picChg chg="add mod">
          <ac:chgData name="Bart Van Doninck" userId="d520896b-ce7d-433b-89bb-9d1667819558" providerId="ADAL" clId="{F91EE2B2-92B6-4F84-86B1-80802A3864BB}" dt="2022-10-19T14:00:40.840" v="321" actId="1035"/>
          <ac:picMkLst>
            <pc:docMk/>
            <pc:sldMk cId="2566316551" sldId="257"/>
            <ac:picMk id="8" creationId="{CDBAAB11-87CF-9FAD-8A63-852A5FB5D5D2}"/>
          </ac:picMkLst>
        </pc:picChg>
      </pc:sldChg>
      <pc:sldChg chg="addSp delSp modSp mod">
        <pc:chgData name="Bart Van Doninck" userId="d520896b-ce7d-433b-89bb-9d1667819558" providerId="ADAL" clId="{F91EE2B2-92B6-4F84-86B1-80802A3864BB}" dt="2022-10-19T14:16:35.258" v="548" actId="5793"/>
        <pc:sldMkLst>
          <pc:docMk/>
          <pc:sldMk cId="3937807299" sldId="258"/>
        </pc:sldMkLst>
        <pc:spChg chg="mod">
          <ac:chgData name="Bart Van Doninck" userId="d520896b-ce7d-433b-89bb-9d1667819558" providerId="ADAL" clId="{F91EE2B2-92B6-4F84-86B1-80802A3864BB}" dt="2022-10-19T14:05:11.837" v="495" actId="14100"/>
          <ac:spMkLst>
            <pc:docMk/>
            <pc:sldMk cId="3937807299" sldId="258"/>
            <ac:spMk id="2" creationId="{4F5E8EE6-72A8-45FE-8313-82F67F08312F}"/>
          </ac:spMkLst>
        </pc:spChg>
        <pc:spChg chg="mod">
          <ac:chgData name="Bart Van Doninck" userId="d520896b-ce7d-433b-89bb-9d1667819558" providerId="ADAL" clId="{F91EE2B2-92B6-4F84-86B1-80802A3864BB}" dt="2022-10-19T14:16:35.258" v="548" actId="5793"/>
          <ac:spMkLst>
            <pc:docMk/>
            <pc:sldMk cId="3937807299" sldId="258"/>
            <ac:spMk id="3" creationId="{29EF0779-0897-4727-8913-2443F63678B0}"/>
          </ac:spMkLst>
        </pc:spChg>
        <pc:spChg chg="del">
          <ac:chgData name="Bart Van Doninck" userId="d520896b-ce7d-433b-89bb-9d1667819558" providerId="ADAL" clId="{F91EE2B2-92B6-4F84-86B1-80802A3864BB}" dt="2022-10-19T14:02:26.658" v="429" actId="478"/>
          <ac:spMkLst>
            <pc:docMk/>
            <pc:sldMk cId="3937807299" sldId="258"/>
            <ac:spMk id="4" creationId="{E083F402-6876-4599-8C1E-882A5B2FB863}"/>
          </ac:spMkLst>
        </pc:spChg>
        <pc:spChg chg="add mod">
          <ac:chgData name="Bart Van Doninck" userId="d520896b-ce7d-433b-89bb-9d1667819558" providerId="ADAL" clId="{F91EE2B2-92B6-4F84-86B1-80802A3864BB}" dt="2022-10-19T14:02:26.933" v="430"/>
          <ac:spMkLst>
            <pc:docMk/>
            <pc:sldMk cId="3937807299" sldId="258"/>
            <ac:spMk id="7" creationId="{E2EDE941-F26A-D0EB-472B-7E4E43F91DA6}"/>
          </ac:spMkLst>
        </pc:spChg>
        <pc:picChg chg="add mod">
          <ac:chgData name="Bart Van Doninck" userId="d520896b-ce7d-433b-89bb-9d1667819558" providerId="ADAL" clId="{F91EE2B2-92B6-4F84-86B1-80802A3864BB}" dt="2022-10-19T14:14:30.012" v="519" actId="1076"/>
          <ac:picMkLst>
            <pc:docMk/>
            <pc:sldMk cId="3937807299" sldId="258"/>
            <ac:picMk id="9" creationId="{EB7D5D5D-AF1A-F538-83C8-6A0B776BFEB8}"/>
          </ac:picMkLst>
        </pc:picChg>
        <pc:picChg chg="add mod">
          <ac:chgData name="Bart Van Doninck" userId="d520896b-ce7d-433b-89bb-9d1667819558" providerId="ADAL" clId="{F91EE2B2-92B6-4F84-86B1-80802A3864BB}" dt="2022-10-19T14:15:09.125" v="531"/>
          <ac:picMkLst>
            <pc:docMk/>
            <pc:sldMk cId="3937807299" sldId="258"/>
            <ac:picMk id="1026" creationId="{71369209-8BFF-025C-05B7-2B36422A2FA9}"/>
          </ac:picMkLst>
        </pc:picChg>
        <pc:picChg chg="add mod">
          <ac:chgData name="Bart Van Doninck" userId="d520896b-ce7d-433b-89bb-9d1667819558" providerId="ADAL" clId="{F91EE2B2-92B6-4F84-86B1-80802A3864BB}" dt="2022-10-19T14:14:42.187" v="523" actId="1076"/>
          <ac:picMkLst>
            <pc:docMk/>
            <pc:sldMk cId="3937807299" sldId="258"/>
            <ac:picMk id="1028" creationId="{7A8C53E7-14A9-19B3-2F51-27093137C59F}"/>
          </ac:picMkLst>
        </pc:picChg>
      </pc:sldChg>
      <pc:sldChg chg="delSp modSp mod">
        <pc:chgData name="Bart Van Doninck" userId="d520896b-ce7d-433b-89bb-9d1667819558" providerId="ADAL" clId="{F91EE2B2-92B6-4F84-86B1-80802A3864BB}" dt="2022-10-19T14:17:50.158" v="643" actId="478"/>
        <pc:sldMkLst>
          <pc:docMk/>
          <pc:sldMk cId="1036811036" sldId="260"/>
        </pc:sldMkLst>
        <pc:spChg chg="mod">
          <ac:chgData name="Bart Van Doninck" userId="d520896b-ce7d-433b-89bb-9d1667819558" providerId="ADAL" clId="{F91EE2B2-92B6-4F84-86B1-80802A3864BB}" dt="2022-10-19T14:17:07.210" v="558" actId="20577"/>
          <ac:spMkLst>
            <pc:docMk/>
            <pc:sldMk cId="1036811036" sldId="260"/>
            <ac:spMk id="9" creationId="{ACC6E3DB-4AB3-4BCF-884E-4C6C8E5CA727}"/>
          </ac:spMkLst>
        </pc:spChg>
        <pc:spChg chg="mod">
          <ac:chgData name="Bart Van Doninck" userId="d520896b-ce7d-433b-89bb-9d1667819558" providerId="ADAL" clId="{F91EE2B2-92B6-4F84-86B1-80802A3864BB}" dt="2022-10-19T14:17:47.119" v="641" actId="20577"/>
          <ac:spMkLst>
            <pc:docMk/>
            <pc:sldMk cId="1036811036" sldId="260"/>
            <ac:spMk id="11" creationId="{E324657A-B768-4ADF-889F-967701E5BC99}"/>
          </ac:spMkLst>
        </pc:spChg>
        <pc:picChg chg="del">
          <ac:chgData name="Bart Van Doninck" userId="d520896b-ce7d-433b-89bb-9d1667819558" providerId="ADAL" clId="{F91EE2B2-92B6-4F84-86B1-80802A3864BB}" dt="2022-10-19T14:17:50.158" v="643" actId="478"/>
          <ac:picMkLst>
            <pc:docMk/>
            <pc:sldMk cId="1036811036" sldId="260"/>
            <ac:picMk id="10" creationId="{15FBF8DA-1F1F-4F26-B401-0C47CB10C9E0}"/>
          </ac:picMkLst>
        </pc:picChg>
        <pc:picChg chg="del">
          <ac:chgData name="Bart Van Doninck" userId="d520896b-ce7d-433b-89bb-9d1667819558" providerId="ADAL" clId="{F91EE2B2-92B6-4F84-86B1-80802A3864BB}" dt="2022-10-19T14:17:49.331" v="642" actId="478"/>
          <ac:picMkLst>
            <pc:docMk/>
            <pc:sldMk cId="1036811036" sldId="260"/>
            <ac:picMk id="15" creationId="{FD33FEAF-D575-41FF-B47A-B385B52FF827}"/>
          </ac:picMkLst>
        </pc:picChg>
      </pc:sldChg>
      <pc:sldChg chg="new del">
        <pc:chgData name="Bart Van Doninck" userId="d520896b-ce7d-433b-89bb-9d1667819558" providerId="ADAL" clId="{F91EE2B2-92B6-4F84-86B1-80802A3864BB}" dt="2022-10-19T14:15:59.457" v="537" actId="47"/>
        <pc:sldMkLst>
          <pc:docMk/>
          <pc:sldMk cId="3805885064" sldId="261"/>
        </pc:sldMkLst>
      </pc:sldChg>
      <pc:sldChg chg="addSp delSp modSp add mod">
        <pc:chgData name="Bart Van Doninck" userId="d520896b-ce7d-433b-89bb-9d1667819558" providerId="ADAL" clId="{F91EE2B2-92B6-4F84-86B1-80802A3864BB}" dt="2022-10-19T14:16:49.432" v="551" actId="20577"/>
        <pc:sldMkLst>
          <pc:docMk/>
          <pc:sldMk cId="1925943900" sldId="262"/>
        </pc:sldMkLst>
        <pc:spChg chg="del">
          <ac:chgData name="Bart Van Doninck" userId="d520896b-ce7d-433b-89bb-9d1667819558" providerId="ADAL" clId="{F91EE2B2-92B6-4F84-86B1-80802A3864BB}" dt="2022-10-19T14:16:06.463" v="538" actId="478"/>
          <ac:spMkLst>
            <pc:docMk/>
            <pc:sldMk cId="1925943900" sldId="262"/>
            <ac:spMk id="2" creationId="{4F5E8EE6-72A8-45FE-8313-82F67F08312F}"/>
          </ac:spMkLst>
        </pc:spChg>
        <pc:spChg chg="mod">
          <ac:chgData name="Bart Van Doninck" userId="d520896b-ce7d-433b-89bb-9d1667819558" providerId="ADAL" clId="{F91EE2B2-92B6-4F84-86B1-80802A3864BB}" dt="2022-10-19T14:16:49.432" v="551" actId="20577"/>
          <ac:spMkLst>
            <pc:docMk/>
            <pc:sldMk cId="1925943900" sldId="262"/>
            <ac:spMk id="3" creationId="{29EF0779-0897-4727-8913-2443F63678B0}"/>
          </ac:spMkLst>
        </pc:spChg>
        <pc:spChg chg="add del mod">
          <ac:chgData name="Bart Van Doninck" userId="d520896b-ce7d-433b-89bb-9d1667819558" providerId="ADAL" clId="{F91EE2B2-92B6-4F84-86B1-80802A3864BB}" dt="2022-10-19T14:16:10.654" v="539" actId="478"/>
          <ac:spMkLst>
            <pc:docMk/>
            <pc:sldMk cId="1925943900" sldId="262"/>
            <ac:spMk id="8" creationId="{88199D50-FED5-E172-9761-6E7966D87319}"/>
          </ac:spMkLst>
        </pc:spChg>
        <pc:picChg chg="del">
          <ac:chgData name="Bart Van Doninck" userId="d520896b-ce7d-433b-89bb-9d1667819558" providerId="ADAL" clId="{F91EE2B2-92B6-4F84-86B1-80802A3864BB}" dt="2022-10-19T14:16:12.523" v="542" actId="478"/>
          <ac:picMkLst>
            <pc:docMk/>
            <pc:sldMk cId="1925943900" sldId="262"/>
            <ac:picMk id="9" creationId="{EB7D5D5D-AF1A-F538-83C8-6A0B776BFEB8}"/>
          </ac:picMkLst>
        </pc:picChg>
        <pc:picChg chg="del">
          <ac:chgData name="Bart Van Doninck" userId="d520896b-ce7d-433b-89bb-9d1667819558" providerId="ADAL" clId="{F91EE2B2-92B6-4F84-86B1-80802A3864BB}" dt="2022-10-19T14:16:11.875" v="541" actId="478"/>
          <ac:picMkLst>
            <pc:docMk/>
            <pc:sldMk cId="1925943900" sldId="262"/>
            <ac:picMk id="1026" creationId="{71369209-8BFF-025C-05B7-2B36422A2FA9}"/>
          </ac:picMkLst>
        </pc:picChg>
        <pc:picChg chg="del">
          <ac:chgData name="Bart Van Doninck" userId="d520896b-ce7d-433b-89bb-9d1667819558" providerId="ADAL" clId="{F91EE2B2-92B6-4F84-86B1-80802A3864BB}" dt="2022-10-19T14:16:11.377" v="540" actId="478"/>
          <ac:picMkLst>
            <pc:docMk/>
            <pc:sldMk cId="1925943900" sldId="262"/>
            <ac:picMk id="1028" creationId="{7A8C53E7-14A9-19B3-2F51-27093137C59F}"/>
          </ac:picMkLst>
        </pc:picChg>
      </pc:sldChg>
      <pc:sldChg chg="modSp new mod">
        <pc:chgData name="Bart Van Doninck" userId="d520896b-ce7d-433b-89bb-9d1667819558" providerId="ADAL" clId="{F91EE2B2-92B6-4F84-86B1-80802A3864BB}" dt="2022-10-19T14:34:05.268" v="674" actId="403"/>
        <pc:sldMkLst>
          <pc:docMk/>
          <pc:sldMk cId="2410756838" sldId="263"/>
        </pc:sldMkLst>
        <pc:spChg chg="mod">
          <ac:chgData name="Bart Van Doninck" userId="d520896b-ce7d-433b-89bb-9d1667819558" providerId="ADAL" clId="{F91EE2B2-92B6-4F84-86B1-80802A3864BB}" dt="2022-10-19T14:33:27.343" v="650" actId="20577"/>
          <ac:spMkLst>
            <pc:docMk/>
            <pc:sldMk cId="2410756838" sldId="263"/>
            <ac:spMk id="2" creationId="{C3800707-89B7-7131-B6CD-52EE05CFA00E}"/>
          </ac:spMkLst>
        </pc:spChg>
        <pc:spChg chg="mod">
          <ac:chgData name="Bart Van Doninck" userId="d520896b-ce7d-433b-89bb-9d1667819558" providerId="ADAL" clId="{F91EE2B2-92B6-4F84-86B1-80802A3864BB}" dt="2022-10-19T14:34:05.268" v="674" actId="403"/>
          <ac:spMkLst>
            <pc:docMk/>
            <pc:sldMk cId="2410756838" sldId="263"/>
            <ac:spMk id="3" creationId="{1F2DA8DE-488F-7014-F8B2-361FAC1953E0}"/>
          </ac:spMkLst>
        </pc:spChg>
      </pc:sldChg>
      <pc:sldChg chg="modSp new mod">
        <pc:chgData name="Bart Van Doninck" userId="d520896b-ce7d-433b-89bb-9d1667819558" providerId="ADAL" clId="{F91EE2B2-92B6-4F84-86B1-80802A3864BB}" dt="2022-10-19T14:34:42.132" v="689" actId="404"/>
        <pc:sldMkLst>
          <pc:docMk/>
          <pc:sldMk cId="3268542624" sldId="264"/>
        </pc:sldMkLst>
        <pc:spChg chg="mod">
          <ac:chgData name="Bart Van Doninck" userId="d520896b-ce7d-433b-89bb-9d1667819558" providerId="ADAL" clId="{F91EE2B2-92B6-4F84-86B1-80802A3864BB}" dt="2022-10-19T14:34:23.378" v="681" actId="20577"/>
          <ac:spMkLst>
            <pc:docMk/>
            <pc:sldMk cId="3268542624" sldId="264"/>
            <ac:spMk id="2" creationId="{11A6D13D-840D-E459-97B3-222AE6FC9A69}"/>
          </ac:spMkLst>
        </pc:spChg>
        <pc:spChg chg="mod">
          <ac:chgData name="Bart Van Doninck" userId="d520896b-ce7d-433b-89bb-9d1667819558" providerId="ADAL" clId="{F91EE2B2-92B6-4F84-86B1-80802A3864BB}" dt="2022-10-19T14:34:42.132" v="689" actId="404"/>
          <ac:spMkLst>
            <pc:docMk/>
            <pc:sldMk cId="3268542624" sldId="264"/>
            <ac:spMk id="3" creationId="{799F16D1-91BE-2D8D-5E97-4729012AC8B9}"/>
          </ac:spMkLst>
        </pc:spChg>
      </pc:sldChg>
      <pc:sldChg chg="modSp new mod">
        <pc:chgData name="Bart Van Doninck" userId="d520896b-ce7d-433b-89bb-9d1667819558" providerId="ADAL" clId="{F91EE2B2-92B6-4F84-86B1-80802A3864BB}" dt="2022-10-19T14:35:10.670" v="704" actId="404"/>
        <pc:sldMkLst>
          <pc:docMk/>
          <pc:sldMk cId="1264993273" sldId="265"/>
        </pc:sldMkLst>
        <pc:spChg chg="mod">
          <ac:chgData name="Bart Van Doninck" userId="d520896b-ce7d-433b-89bb-9d1667819558" providerId="ADAL" clId="{F91EE2B2-92B6-4F84-86B1-80802A3864BB}" dt="2022-10-19T14:34:57.794" v="696" actId="20577"/>
          <ac:spMkLst>
            <pc:docMk/>
            <pc:sldMk cId="1264993273" sldId="265"/>
            <ac:spMk id="2" creationId="{A7FD34F4-3C45-452A-C567-D8CC4921A6EF}"/>
          </ac:spMkLst>
        </pc:spChg>
        <pc:spChg chg="mod">
          <ac:chgData name="Bart Van Doninck" userId="d520896b-ce7d-433b-89bb-9d1667819558" providerId="ADAL" clId="{F91EE2B2-92B6-4F84-86B1-80802A3864BB}" dt="2022-10-19T14:35:10.670" v="704" actId="404"/>
          <ac:spMkLst>
            <pc:docMk/>
            <pc:sldMk cId="1264993273" sldId="265"/>
            <ac:spMk id="3" creationId="{8872D4AD-CDA3-4981-5049-1018B264F5A7}"/>
          </ac:spMkLst>
        </pc:spChg>
      </pc:sldChg>
      <pc:sldChg chg="addSp delSp modSp new mod">
        <pc:chgData name="Bart Van Doninck" userId="d520896b-ce7d-433b-89bb-9d1667819558" providerId="ADAL" clId="{F91EE2B2-92B6-4F84-86B1-80802A3864BB}" dt="2022-10-19T14:37:15.583" v="734" actId="20577"/>
        <pc:sldMkLst>
          <pc:docMk/>
          <pc:sldMk cId="3466683426" sldId="266"/>
        </pc:sldMkLst>
        <pc:spChg chg="mod">
          <ac:chgData name="Bart Van Doninck" userId="d520896b-ce7d-433b-89bb-9d1667819558" providerId="ADAL" clId="{F91EE2B2-92B6-4F84-86B1-80802A3864BB}" dt="2022-10-19T14:37:15.583" v="734" actId="20577"/>
          <ac:spMkLst>
            <pc:docMk/>
            <pc:sldMk cId="3466683426" sldId="266"/>
            <ac:spMk id="2" creationId="{042C4F9E-C402-D9E8-BBA2-85F5CE4281A2}"/>
          </ac:spMkLst>
        </pc:spChg>
        <pc:spChg chg="mod">
          <ac:chgData name="Bart Van Doninck" userId="d520896b-ce7d-433b-89bb-9d1667819558" providerId="ADAL" clId="{F91EE2B2-92B6-4F84-86B1-80802A3864BB}" dt="2022-10-19T14:36:14.917" v="721" actId="12"/>
          <ac:spMkLst>
            <pc:docMk/>
            <pc:sldMk cId="3466683426" sldId="266"/>
            <ac:spMk id="3" creationId="{7C9492EA-0FD9-8C87-2BD7-C3938781254F}"/>
          </ac:spMkLst>
        </pc:spChg>
        <pc:spChg chg="add del">
          <ac:chgData name="Bart Van Doninck" userId="d520896b-ce7d-433b-89bb-9d1667819558" providerId="ADAL" clId="{F91EE2B2-92B6-4F84-86B1-80802A3864BB}" dt="2022-10-19T14:35:37.295" v="707"/>
          <ac:spMkLst>
            <pc:docMk/>
            <pc:sldMk cId="3466683426" sldId="266"/>
            <ac:spMk id="6" creationId="{50CAD57B-2804-6F76-1329-E40ECAFF3621}"/>
          </ac:spMkLst>
        </pc:spChg>
        <pc:spChg chg="add del">
          <ac:chgData name="Bart Van Doninck" userId="d520896b-ce7d-433b-89bb-9d1667819558" providerId="ADAL" clId="{F91EE2B2-92B6-4F84-86B1-80802A3864BB}" dt="2022-10-19T14:35:37.295" v="707"/>
          <ac:spMkLst>
            <pc:docMk/>
            <pc:sldMk cId="3466683426" sldId="266"/>
            <ac:spMk id="7" creationId="{782885A6-D01C-ADE9-2C18-827175751044}"/>
          </ac:spMkLst>
        </pc:spChg>
        <pc:picChg chg="add mod">
          <ac:chgData name="Bart Van Doninck" userId="d520896b-ce7d-433b-89bb-9d1667819558" providerId="ADAL" clId="{F91EE2B2-92B6-4F84-86B1-80802A3864BB}" dt="2022-10-19T14:36:56.409" v="727" actId="1076"/>
          <ac:picMkLst>
            <pc:docMk/>
            <pc:sldMk cId="3466683426" sldId="266"/>
            <ac:picMk id="8" creationId="{03201DDA-8791-F212-071A-61498C3445EC}"/>
          </ac:picMkLst>
        </pc:picChg>
        <pc:picChg chg="add mod">
          <ac:chgData name="Bart Van Doninck" userId="d520896b-ce7d-433b-89bb-9d1667819558" providerId="ADAL" clId="{F91EE2B2-92B6-4F84-86B1-80802A3864BB}" dt="2022-10-19T14:36:56.409" v="727" actId="1076"/>
          <ac:picMkLst>
            <pc:docMk/>
            <pc:sldMk cId="3466683426" sldId="266"/>
            <ac:picMk id="9" creationId="{A9936AE6-6123-377E-CD90-B8278D07A05D}"/>
          </ac:picMkLst>
        </pc:picChg>
        <pc:picChg chg="add del">
          <ac:chgData name="Bart Van Doninck" userId="d520896b-ce7d-433b-89bb-9d1667819558" providerId="ADAL" clId="{F91EE2B2-92B6-4F84-86B1-80802A3864BB}" dt="2022-10-19T14:35:37.295" v="707"/>
          <ac:picMkLst>
            <pc:docMk/>
            <pc:sldMk cId="3466683426" sldId="266"/>
            <ac:picMk id="2049" creationId="{F3B82B6C-8A99-D31A-5101-6805F1B3EAAF}"/>
          </ac:picMkLst>
        </pc:picChg>
      </pc:sldChg>
      <pc:sldChg chg="modSp new mod">
        <pc:chgData name="Bart Van Doninck" userId="d520896b-ce7d-433b-89bb-9d1667819558" providerId="ADAL" clId="{F91EE2B2-92B6-4F84-86B1-80802A3864BB}" dt="2022-10-19T14:37:38.437" v="744" actId="403"/>
        <pc:sldMkLst>
          <pc:docMk/>
          <pc:sldMk cId="640906198" sldId="267"/>
        </pc:sldMkLst>
        <pc:spChg chg="mod">
          <ac:chgData name="Bart Van Doninck" userId="d520896b-ce7d-433b-89bb-9d1667819558" providerId="ADAL" clId="{F91EE2B2-92B6-4F84-86B1-80802A3864BB}" dt="2022-10-19T14:37:21.016" v="740" actId="20577"/>
          <ac:spMkLst>
            <pc:docMk/>
            <pc:sldMk cId="640906198" sldId="267"/>
            <ac:spMk id="2" creationId="{FBA6CB55-7AB3-DF8C-47AD-3E52BF7A9C2B}"/>
          </ac:spMkLst>
        </pc:spChg>
        <pc:spChg chg="mod">
          <ac:chgData name="Bart Van Doninck" userId="d520896b-ce7d-433b-89bb-9d1667819558" providerId="ADAL" clId="{F91EE2B2-92B6-4F84-86B1-80802A3864BB}" dt="2022-10-19T14:37:38.437" v="744" actId="403"/>
          <ac:spMkLst>
            <pc:docMk/>
            <pc:sldMk cId="640906198" sldId="267"/>
            <ac:spMk id="3" creationId="{D1AF81B9-0D9B-4A52-3F80-E2C80CC80448}"/>
          </ac:spMkLst>
        </pc:spChg>
      </pc:sldChg>
      <pc:sldChg chg="modSp new mod">
        <pc:chgData name="Bart Van Doninck" userId="d520896b-ce7d-433b-89bb-9d1667819558" providerId="ADAL" clId="{F91EE2B2-92B6-4F84-86B1-80802A3864BB}" dt="2022-10-19T14:40:32.918" v="845" actId="255"/>
        <pc:sldMkLst>
          <pc:docMk/>
          <pc:sldMk cId="479804553" sldId="268"/>
        </pc:sldMkLst>
        <pc:spChg chg="mod">
          <ac:chgData name="Bart Van Doninck" userId="d520896b-ce7d-433b-89bb-9d1667819558" providerId="ADAL" clId="{F91EE2B2-92B6-4F84-86B1-80802A3864BB}" dt="2022-10-19T14:37:49.241" v="751" actId="20577"/>
          <ac:spMkLst>
            <pc:docMk/>
            <pc:sldMk cId="479804553" sldId="268"/>
            <ac:spMk id="2" creationId="{FBBA1883-3BA5-95E8-C433-58F3B9BF3BD6}"/>
          </ac:spMkLst>
        </pc:spChg>
        <pc:spChg chg="mod">
          <ac:chgData name="Bart Van Doninck" userId="d520896b-ce7d-433b-89bb-9d1667819558" providerId="ADAL" clId="{F91EE2B2-92B6-4F84-86B1-80802A3864BB}" dt="2022-10-19T14:40:32.918" v="845" actId="255"/>
          <ac:spMkLst>
            <pc:docMk/>
            <pc:sldMk cId="479804553" sldId="268"/>
            <ac:spMk id="3" creationId="{A4BC6B79-30F5-809A-16A8-DDB06EF944DF}"/>
          </ac:spMkLst>
        </pc:spChg>
      </pc:sldChg>
      <pc:sldChg chg="modSp new mod">
        <pc:chgData name="Bart Van Doninck" userId="d520896b-ce7d-433b-89bb-9d1667819558" providerId="ADAL" clId="{F91EE2B2-92B6-4F84-86B1-80802A3864BB}" dt="2022-10-19T14:38:54.942" v="801" actId="404"/>
        <pc:sldMkLst>
          <pc:docMk/>
          <pc:sldMk cId="4164189842" sldId="269"/>
        </pc:sldMkLst>
        <pc:spChg chg="mod">
          <ac:chgData name="Bart Van Doninck" userId="d520896b-ce7d-433b-89bb-9d1667819558" providerId="ADAL" clId="{F91EE2B2-92B6-4F84-86B1-80802A3864BB}" dt="2022-10-19T14:38:40.063" v="793" actId="20577"/>
          <ac:spMkLst>
            <pc:docMk/>
            <pc:sldMk cId="4164189842" sldId="269"/>
            <ac:spMk id="2" creationId="{67D80B93-A4C4-E4C9-9CAF-338AF647EEDB}"/>
          </ac:spMkLst>
        </pc:spChg>
        <pc:spChg chg="mod">
          <ac:chgData name="Bart Van Doninck" userId="d520896b-ce7d-433b-89bb-9d1667819558" providerId="ADAL" clId="{F91EE2B2-92B6-4F84-86B1-80802A3864BB}" dt="2022-10-19T14:38:54.942" v="801" actId="404"/>
          <ac:spMkLst>
            <pc:docMk/>
            <pc:sldMk cId="4164189842" sldId="269"/>
            <ac:spMk id="3" creationId="{507882A7-B654-2EAC-09F6-F6454A330092}"/>
          </ac:spMkLst>
        </pc:spChg>
      </pc:sldChg>
      <pc:sldChg chg="addSp modSp new mod">
        <pc:chgData name="Bart Van Doninck" userId="d520896b-ce7d-433b-89bb-9d1667819558" providerId="ADAL" clId="{F91EE2B2-92B6-4F84-86B1-80802A3864BB}" dt="2022-10-19T14:40:52.647" v="848" actId="1076"/>
        <pc:sldMkLst>
          <pc:docMk/>
          <pc:sldMk cId="2211669985" sldId="270"/>
        </pc:sldMkLst>
        <pc:spChg chg="mod">
          <ac:chgData name="Bart Van Doninck" userId="d520896b-ce7d-433b-89bb-9d1667819558" providerId="ADAL" clId="{F91EE2B2-92B6-4F84-86B1-80802A3864BB}" dt="2022-10-19T14:39:05.474" v="808" actId="20577"/>
          <ac:spMkLst>
            <pc:docMk/>
            <pc:sldMk cId="2211669985" sldId="270"/>
            <ac:spMk id="2" creationId="{8A19FEBA-A0E8-502B-E0F4-F5FB3CAC49E0}"/>
          </ac:spMkLst>
        </pc:spChg>
        <pc:spChg chg="mod">
          <ac:chgData name="Bart Van Doninck" userId="d520896b-ce7d-433b-89bb-9d1667819558" providerId="ADAL" clId="{F91EE2B2-92B6-4F84-86B1-80802A3864BB}" dt="2022-10-19T14:39:49.109" v="829" actId="255"/>
          <ac:spMkLst>
            <pc:docMk/>
            <pc:sldMk cId="2211669985" sldId="270"/>
            <ac:spMk id="3" creationId="{E1F48437-BCA4-2438-CC7A-8259EB5E1DC0}"/>
          </ac:spMkLst>
        </pc:spChg>
        <pc:picChg chg="add mod">
          <ac:chgData name="Bart Van Doninck" userId="d520896b-ce7d-433b-89bb-9d1667819558" providerId="ADAL" clId="{F91EE2B2-92B6-4F84-86B1-80802A3864BB}" dt="2022-10-19T14:40:52.647" v="848" actId="1076"/>
          <ac:picMkLst>
            <pc:docMk/>
            <pc:sldMk cId="2211669985" sldId="270"/>
            <ac:picMk id="6" creationId="{0A50D181-F002-7E80-075B-6B519D382493}"/>
          </ac:picMkLst>
        </pc:picChg>
      </pc:sldChg>
      <pc:sldChg chg="addSp delSp modSp new mod">
        <pc:chgData name="Bart Van Doninck" userId="d520896b-ce7d-433b-89bb-9d1667819558" providerId="ADAL" clId="{F91EE2B2-92B6-4F84-86B1-80802A3864BB}" dt="2022-10-19T15:12:35.569" v="1072" actId="1076"/>
        <pc:sldMkLst>
          <pc:docMk/>
          <pc:sldMk cId="212139572" sldId="271"/>
        </pc:sldMkLst>
        <pc:spChg chg="mod">
          <ac:chgData name="Bart Van Doninck" userId="d520896b-ce7d-433b-89bb-9d1667819558" providerId="ADAL" clId="{F91EE2B2-92B6-4F84-86B1-80802A3864BB}" dt="2022-10-19T14:46:06.364" v="866" actId="20577"/>
          <ac:spMkLst>
            <pc:docMk/>
            <pc:sldMk cId="212139572" sldId="271"/>
            <ac:spMk id="2" creationId="{FE9C99F9-F48A-B9F8-AE1A-9009953FA741}"/>
          </ac:spMkLst>
        </pc:spChg>
        <pc:spChg chg="add del mod">
          <ac:chgData name="Bart Van Doninck" userId="d520896b-ce7d-433b-89bb-9d1667819558" providerId="ADAL" clId="{F91EE2B2-92B6-4F84-86B1-80802A3864BB}" dt="2022-10-19T14:47:13.833" v="879" actId="255"/>
          <ac:spMkLst>
            <pc:docMk/>
            <pc:sldMk cId="212139572" sldId="271"/>
            <ac:spMk id="3" creationId="{8CED5D9A-1A7A-9A63-4379-664FFF4CF7F9}"/>
          </ac:spMkLst>
        </pc:spChg>
        <pc:spChg chg="add del">
          <ac:chgData name="Bart Van Doninck" userId="d520896b-ce7d-433b-89bb-9d1667819558" providerId="ADAL" clId="{F91EE2B2-92B6-4F84-86B1-80802A3864BB}" dt="2022-10-19T14:46:17.942" v="868"/>
          <ac:spMkLst>
            <pc:docMk/>
            <pc:sldMk cId="212139572" sldId="271"/>
            <ac:spMk id="6" creationId="{48637AFD-3D60-5994-8577-3765E4894E4F}"/>
          </ac:spMkLst>
        </pc:spChg>
        <pc:spChg chg="add del">
          <ac:chgData name="Bart Van Doninck" userId="d520896b-ce7d-433b-89bb-9d1667819558" providerId="ADAL" clId="{F91EE2B2-92B6-4F84-86B1-80802A3864BB}" dt="2022-10-19T14:46:17.942" v="868"/>
          <ac:spMkLst>
            <pc:docMk/>
            <pc:sldMk cId="212139572" sldId="271"/>
            <ac:spMk id="7" creationId="{DE65328A-848D-6E68-E662-54A4DF335D47}"/>
          </ac:spMkLst>
        </pc:spChg>
        <pc:picChg chg="add mod">
          <ac:chgData name="Bart Van Doninck" userId="d520896b-ce7d-433b-89bb-9d1667819558" providerId="ADAL" clId="{F91EE2B2-92B6-4F84-86B1-80802A3864BB}" dt="2022-10-19T14:46:26.122" v="870"/>
          <ac:picMkLst>
            <pc:docMk/>
            <pc:sldMk cId="212139572" sldId="271"/>
            <ac:picMk id="8" creationId="{87542317-7E18-832C-2363-6C6FEFE0F754}"/>
          </ac:picMkLst>
        </pc:picChg>
        <pc:picChg chg="add mod">
          <ac:chgData name="Bart Van Doninck" userId="d520896b-ce7d-433b-89bb-9d1667819558" providerId="ADAL" clId="{F91EE2B2-92B6-4F84-86B1-80802A3864BB}" dt="2022-10-19T14:47:18.394" v="881" actId="14100"/>
          <ac:picMkLst>
            <pc:docMk/>
            <pc:sldMk cId="212139572" sldId="271"/>
            <ac:picMk id="9" creationId="{247043B9-7552-BC17-3CC0-F08FB70B5605}"/>
          </ac:picMkLst>
        </pc:picChg>
        <pc:picChg chg="add mod">
          <ac:chgData name="Bart Van Doninck" userId="d520896b-ce7d-433b-89bb-9d1667819558" providerId="ADAL" clId="{F91EE2B2-92B6-4F84-86B1-80802A3864BB}" dt="2022-10-19T15:12:35.569" v="1072" actId="1076"/>
          <ac:picMkLst>
            <pc:docMk/>
            <pc:sldMk cId="212139572" sldId="271"/>
            <ac:picMk id="10" creationId="{D72CFB20-A253-6A90-790A-D9462E8305BC}"/>
          </ac:picMkLst>
        </pc:picChg>
        <pc:picChg chg="add del">
          <ac:chgData name="Bart Van Doninck" userId="d520896b-ce7d-433b-89bb-9d1667819558" providerId="ADAL" clId="{F91EE2B2-92B6-4F84-86B1-80802A3864BB}" dt="2022-10-19T14:46:17.942" v="868"/>
          <ac:picMkLst>
            <pc:docMk/>
            <pc:sldMk cId="212139572" sldId="271"/>
            <ac:picMk id="4097" creationId="{DFE1EBB3-3659-9FFA-9262-2A89AC8658ED}"/>
          </ac:picMkLst>
        </pc:picChg>
      </pc:sldChg>
      <pc:sldChg chg="addSp modSp new mod">
        <pc:chgData name="Bart Van Doninck" userId="d520896b-ce7d-433b-89bb-9d1667819558" providerId="ADAL" clId="{F91EE2B2-92B6-4F84-86B1-80802A3864BB}" dt="2022-10-19T15:13:35.272" v="1091" actId="20577"/>
        <pc:sldMkLst>
          <pc:docMk/>
          <pc:sldMk cId="702547967" sldId="272"/>
        </pc:sldMkLst>
        <pc:spChg chg="mod">
          <ac:chgData name="Bart Van Doninck" userId="d520896b-ce7d-433b-89bb-9d1667819558" providerId="ADAL" clId="{F91EE2B2-92B6-4F84-86B1-80802A3864BB}" dt="2022-10-19T14:48:45.288" v="917" actId="20577"/>
          <ac:spMkLst>
            <pc:docMk/>
            <pc:sldMk cId="702547967" sldId="272"/>
            <ac:spMk id="2" creationId="{840E52F1-B35C-A244-9ADE-7F38EBC5204D}"/>
          </ac:spMkLst>
        </pc:spChg>
        <pc:spChg chg="mod">
          <ac:chgData name="Bart Van Doninck" userId="d520896b-ce7d-433b-89bb-9d1667819558" providerId="ADAL" clId="{F91EE2B2-92B6-4F84-86B1-80802A3864BB}" dt="2022-10-19T14:48:18.560" v="900" actId="6549"/>
          <ac:spMkLst>
            <pc:docMk/>
            <pc:sldMk cId="702547967" sldId="272"/>
            <ac:spMk id="3" creationId="{47302D08-AD4B-A7A6-8DAC-41B5832BD86C}"/>
          </ac:spMkLst>
        </pc:spChg>
        <pc:spChg chg="mod">
          <ac:chgData name="Bart Van Doninck" userId="d520896b-ce7d-433b-89bb-9d1667819558" providerId="ADAL" clId="{F91EE2B2-92B6-4F84-86B1-80802A3864BB}" dt="2022-10-19T15:13:35.272" v="1091" actId="20577"/>
          <ac:spMkLst>
            <pc:docMk/>
            <pc:sldMk cId="702547967" sldId="272"/>
            <ac:spMk id="4" creationId="{AA52FAA8-5B34-AFBB-C39B-98B0328278DA}"/>
          </ac:spMkLst>
        </pc:spChg>
        <pc:picChg chg="add mod">
          <ac:chgData name="Bart Van Doninck" userId="d520896b-ce7d-433b-89bb-9d1667819558" providerId="ADAL" clId="{F91EE2B2-92B6-4F84-86B1-80802A3864BB}" dt="2022-10-19T15:12:52.759" v="1073" actId="1076"/>
          <ac:picMkLst>
            <pc:docMk/>
            <pc:sldMk cId="702547967" sldId="272"/>
            <ac:picMk id="6" creationId="{7978AB6C-F369-E4E3-F466-B804EB506B4F}"/>
          </ac:picMkLst>
        </pc:picChg>
      </pc:sldChg>
      <pc:sldChg chg="addSp delSp modSp new mod">
        <pc:chgData name="Bart Van Doninck" userId="d520896b-ce7d-433b-89bb-9d1667819558" providerId="ADAL" clId="{F91EE2B2-92B6-4F84-86B1-80802A3864BB}" dt="2022-10-19T15:11:37.671" v="1068" actId="478"/>
        <pc:sldMkLst>
          <pc:docMk/>
          <pc:sldMk cId="1421565384" sldId="273"/>
        </pc:sldMkLst>
        <pc:spChg chg="mod">
          <ac:chgData name="Bart Van Doninck" userId="d520896b-ce7d-433b-89bb-9d1667819558" providerId="ADAL" clId="{F91EE2B2-92B6-4F84-86B1-80802A3864BB}" dt="2022-10-19T14:48:40.259" v="910" actId="20577"/>
          <ac:spMkLst>
            <pc:docMk/>
            <pc:sldMk cId="1421565384" sldId="273"/>
            <ac:spMk id="2" creationId="{D0953950-D094-E3B8-D5FF-573C7CD7BBD6}"/>
          </ac:spMkLst>
        </pc:spChg>
        <pc:spChg chg="mod">
          <ac:chgData name="Bart Van Doninck" userId="d520896b-ce7d-433b-89bb-9d1667819558" providerId="ADAL" clId="{F91EE2B2-92B6-4F84-86B1-80802A3864BB}" dt="2022-10-19T14:49:04.742" v="926" actId="20577"/>
          <ac:spMkLst>
            <pc:docMk/>
            <pc:sldMk cId="1421565384" sldId="273"/>
            <ac:spMk id="3" creationId="{4D6D3FC2-E4EE-7A76-E66F-44E15905476D}"/>
          </ac:spMkLst>
        </pc:spChg>
        <pc:picChg chg="add del mod">
          <ac:chgData name="Bart Van Doninck" userId="d520896b-ce7d-433b-89bb-9d1667819558" providerId="ADAL" clId="{F91EE2B2-92B6-4F84-86B1-80802A3864BB}" dt="2022-10-19T15:11:37.671" v="1068" actId="478"/>
          <ac:picMkLst>
            <pc:docMk/>
            <pc:sldMk cId="1421565384" sldId="273"/>
            <ac:picMk id="6" creationId="{02B48CA7-3705-0441-4822-838EDB372E79}"/>
          </ac:picMkLst>
        </pc:picChg>
      </pc:sldChg>
      <pc:sldChg chg="addSp modSp new mod">
        <pc:chgData name="Bart Van Doninck" userId="d520896b-ce7d-433b-89bb-9d1667819558" providerId="ADAL" clId="{F91EE2B2-92B6-4F84-86B1-80802A3864BB}" dt="2022-10-19T14:50:03.477" v="951" actId="403"/>
        <pc:sldMkLst>
          <pc:docMk/>
          <pc:sldMk cId="495409620" sldId="274"/>
        </pc:sldMkLst>
        <pc:spChg chg="mod">
          <ac:chgData name="Bart Van Doninck" userId="d520896b-ce7d-433b-89bb-9d1667819558" providerId="ADAL" clId="{F91EE2B2-92B6-4F84-86B1-80802A3864BB}" dt="2022-10-19T14:49:11.284" v="933" actId="20577"/>
          <ac:spMkLst>
            <pc:docMk/>
            <pc:sldMk cId="495409620" sldId="274"/>
            <ac:spMk id="2" creationId="{917B8B3A-FCFB-5B81-EA49-21217BCE8BAF}"/>
          </ac:spMkLst>
        </pc:spChg>
        <pc:spChg chg="mod">
          <ac:chgData name="Bart Van Doninck" userId="d520896b-ce7d-433b-89bb-9d1667819558" providerId="ADAL" clId="{F91EE2B2-92B6-4F84-86B1-80802A3864BB}" dt="2022-10-19T14:50:03.477" v="951" actId="403"/>
          <ac:spMkLst>
            <pc:docMk/>
            <pc:sldMk cId="495409620" sldId="274"/>
            <ac:spMk id="3" creationId="{2ABA2974-FF38-0C7C-19BD-402EA3F5515E}"/>
          </ac:spMkLst>
        </pc:spChg>
        <pc:picChg chg="add mod">
          <ac:chgData name="Bart Van Doninck" userId="d520896b-ce7d-433b-89bb-9d1667819558" providerId="ADAL" clId="{F91EE2B2-92B6-4F84-86B1-80802A3864BB}" dt="2022-10-19T14:49:27.190" v="936" actId="1076"/>
          <ac:picMkLst>
            <pc:docMk/>
            <pc:sldMk cId="495409620" sldId="274"/>
            <ac:picMk id="6" creationId="{1CD16B4A-62DA-D710-9142-A348F260AB0D}"/>
          </ac:picMkLst>
        </pc:picChg>
      </pc:sldChg>
      <pc:sldChg chg="addSp delSp modSp new mod">
        <pc:chgData name="Bart Van Doninck" userId="d520896b-ce7d-433b-89bb-9d1667819558" providerId="ADAL" clId="{F91EE2B2-92B6-4F84-86B1-80802A3864BB}" dt="2022-10-19T15:10:45.205" v="1062" actId="1076"/>
        <pc:sldMkLst>
          <pc:docMk/>
          <pc:sldMk cId="1604646165" sldId="275"/>
        </pc:sldMkLst>
        <pc:spChg chg="mod">
          <ac:chgData name="Bart Van Doninck" userId="d520896b-ce7d-433b-89bb-9d1667819558" providerId="ADAL" clId="{F91EE2B2-92B6-4F84-86B1-80802A3864BB}" dt="2022-10-19T14:50:11.348" v="958" actId="20577"/>
          <ac:spMkLst>
            <pc:docMk/>
            <pc:sldMk cId="1604646165" sldId="275"/>
            <ac:spMk id="2" creationId="{2542E8EA-398C-B3F5-3E8D-DF802B505771}"/>
          </ac:spMkLst>
        </pc:spChg>
        <pc:spChg chg="mod">
          <ac:chgData name="Bart Van Doninck" userId="d520896b-ce7d-433b-89bb-9d1667819558" providerId="ADAL" clId="{F91EE2B2-92B6-4F84-86B1-80802A3864BB}" dt="2022-10-19T14:50:23.331" v="965" actId="20577"/>
          <ac:spMkLst>
            <pc:docMk/>
            <pc:sldMk cId="1604646165" sldId="275"/>
            <ac:spMk id="3" creationId="{2965F4C3-8F30-2F87-4987-D03344C8A1BF}"/>
          </ac:spMkLst>
        </pc:spChg>
        <pc:spChg chg="add del">
          <ac:chgData name="Bart Van Doninck" userId="d520896b-ce7d-433b-89bb-9d1667819558" providerId="ADAL" clId="{F91EE2B2-92B6-4F84-86B1-80802A3864BB}" dt="2022-10-19T15:10:37.912" v="1057"/>
          <ac:spMkLst>
            <pc:docMk/>
            <pc:sldMk cId="1604646165" sldId="275"/>
            <ac:spMk id="6" creationId="{B240A417-91A7-5F2B-DC7B-D5FD2D52FCF6}"/>
          </ac:spMkLst>
        </pc:spChg>
        <pc:picChg chg="add mod">
          <ac:chgData name="Bart Van Doninck" userId="d520896b-ce7d-433b-89bb-9d1667819558" providerId="ADAL" clId="{F91EE2B2-92B6-4F84-86B1-80802A3864BB}" dt="2022-10-19T15:10:45.205" v="1062" actId="1076"/>
          <ac:picMkLst>
            <pc:docMk/>
            <pc:sldMk cId="1604646165" sldId="275"/>
            <ac:picMk id="7" creationId="{FAC394B3-CA42-5304-DA71-EAD2EC75BFCE}"/>
          </ac:picMkLst>
        </pc:picChg>
      </pc:sldChg>
      <pc:sldChg chg="addSp delSp modSp new mod">
        <pc:chgData name="Bart Van Doninck" userId="d520896b-ce7d-433b-89bb-9d1667819558" providerId="ADAL" clId="{F91EE2B2-92B6-4F84-86B1-80802A3864BB}" dt="2022-10-19T15:10:19.757" v="1055" actId="1076"/>
        <pc:sldMkLst>
          <pc:docMk/>
          <pc:sldMk cId="1901358857" sldId="276"/>
        </pc:sldMkLst>
        <pc:spChg chg="mod">
          <ac:chgData name="Bart Van Doninck" userId="d520896b-ce7d-433b-89bb-9d1667819558" providerId="ADAL" clId="{F91EE2B2-92B6-4F84-86B1-80802A3864BB}" dt="2022-10-19T14:50:34.437" v="974" actId="20577"/>
          <ac:spMkLst>
            <pc:docMk/>
            <pc:sldMk cId="1901358857" sldId="276"/>
            <ac:spMk id="2" creationId="{E35E25DE-D14B-A1CB-2282-DB408670D1AC}"/>
          </ac:spMkLst>
        </pc:spChg>
        <pc:spChg chg="mod">
          <ac:chgData name="Bart Van Doninck" userId="d520896b-ce7d-433b-89bb-9d1667819558" providerId="ADAL" clId="{F91EE2B2-92B6-4F84-86B1-80802A3864BB}" dt="2022-10-19T14:50:45.244" v="981" actId="20577"/>
          <ac:spMkLst>
            <pc:docMk/>
            <pc:sldMk cId="1901358857" sldId="276"/>
            <ac:spMk id="3" creationId="{7559098B-AE2F-6BCF-18F0-611A38C314C4}"/>
          </ac:spMkLst>
        </pc:spChg>
        <pc:spChg chg="add del">
          <ac:chgData name="Bart Van Doninck" userId="d520896b-ce7d-433b-89bb-9d1667819558" providerId="ADAL" clId="{F91EE2B2-92B6-4F84-86B1-80802A3864BB}" dt="2022-10-19T15:10:12.552" v="1052"/>
          <ac:spMkLst>
            <pc:docMk/>
            <pc:sldMk cId="1901358857" sldId="276"/>
            <ac:spMk id="6" creationId="{21337684-DAE2-C107-0F4E-EBAB650A1652}"/>
          </ac:spMkLst>
        </pc:spChg>
        <pc:picChg chg="add mod">
          <ac:chgData name="Bart Van Doninck" userId="d520896b-ce7d-433b-89bb-9d1667819558" providerId="ADAL" clId="{F91EE2B2-92B6-4F84-86B1-80802A3864BB}" dt="2022-10-19T15:10:19.757" v="1055" actId="1076"/>
          <ac:picMkLst>
            <pc:docMk/>
            <pc:sldMk cId="1901358857" sldId="276"/>
            <ac:picMk id="7" creationId="{EE8A6053-F79C-16F7-8E1D-F62B80176BBC}"/>
          </ac:picMkLst>
        </pc:picChg>
      </pc:sldChg>
      <pc:sldChg chg="addSp delSp modSp new mod">
        <pc:chgData name="Bart Van Doninck" userId="d520896b-ce7d-433b-89bb-9d1667819558" providerId="ADAL" clId="{F91EE2B2-92B6-4F84-86B1-80802A3864BB}" dt="2022-10-19T15:02:12.834" v="1050" actId="1076"/>
        <pc:sldMkLst>
          <pc:docMk/>
          <pc:sldMk cId="3798193886" sldId="277"/>
        </pc:sldMkLst>
        <pc:spChg chg="mod">
          <ac:chgData name="Bart Van Doninck" userId="d520896b-ce7d-433b-89bb-9d1667819558" providerId="ADAL" clId="{F91EE2B2-92B6-4F84-86B1-80802A3864BB}" dt="2022-10-19T14:50:53.451" v="988" actId="20577"/>
          <ac:spMkLst>
            <pc:docMk/>
            <pc:sldMk cId="3798193886" sldId="277"/>
            <ac:spMk id="2" creationId="{56C01EE0-DA2F-C714-8AEC-7335143D82D7}"/>
          </ac:spMkLst>
        </pc:spChg>
        <pc:spChg chg="mod">
          <ac:chgData name="Bart Van Doninck" userId="d520896b-ce7d-433b-89bb-9d1667819558" providerId="ADAL" clId="{F91EE2B2-92B6-4F84-86B1-80802A3864BB}" dt="2022-10-19T14:51:46.105" v="1018" actId="255"/>
          <ac:spMkLst>
            <pc:docMk/>
            <pc:sldMk cId="3798193886" sldId="277"/>
            <ac:spMk id="3" creationId="{53406421-55B1-C091-A272-9DC37DA259E5}"/>
          </ac:spMkLst>
        </pc:spChg>
        <pc:spChg chg="add del">
          <ac:chgData name="Bart Van Doninck" userId="d520896b-ce7d-433b-89bb-9d1667819558" providerId="ADAL" clId="{F91EE2B2-92B6-4F84-86B1-80802A3864BB}" dt="2022-10-19T15:02:00.679" v="1046"/>
          <ac:spMkLst>
            <pc:docMk/>
            <pc:sldMk cId="3798193886" sldId="277"/>
            <ac:spMk id="6" creationId="{D12445A3-8230-ADFE-CA04-4AA8C45DFC27}"/>
          </ac:spMkLst>
        </pc:spChg>
        <pc:picChg chg="add mod">
          <ac:chgData name="Bart Van Doninck" userId="d520896b-ce7d-433b-89bb-9d1667819558" providerId="ADAL" clId="{F91EE2B2-92B6-4F84-86B1-80802A3864BB}" dt="2022-10-19T15:02:12.834" v="1050" actId="1076"/>
          <ac:picMkLst>
            <pc:docMk/>
            <pc:sldMk cId="3798193886" sldId="277"/>
            <ac:picMk id="7" creationId="{35E4F6E5-2429-D532-8D1B-21C7F102136E}"/>
          </ac:picMkLst>
        </pc:picChg>
      </pc:sldChg>
      <pc:sldChg chg="addSp modSp new mod">
        <pc:chgData name="Bart Van Doninck" userId="d520896b-ce7d-433b-89bb-9d1667819558" providerId="ADAL" clId="{F91EE2B2-92B6-4F84-86B1-80802A3864BB}" dt="2022-10-19T14:53:02.847" v="1044" actId="1076"/>
        <pc:sldMkLst>
          <pc:docMk/>
          <pc:sldMk cId="1468201365" sldId="278"/>
        </pc:sldMkLst>
        <pc:spChg chg="mod">
          <ac:chgData name="Bart Van Doninck" userId="d520896b-ce7d-433b-89bb-9d1667819558" providerId="ADAL" clId="{F91EE2B2-92B6-4F84-86B1-80802A3864BB}" dt="2022-10-19T14:52:00.914" v="1026" actId="20577"/>
          <ac:spMkLst>
            <pc:docMk/>
            <pc:sldMk cId="1468201365" sldId="278"/>
            <ac:spMk id="2" creationId="{CC41F116-36A3-83DB-2947-1C2454E74C7E}"/>
          </ac:spMkLst>
        </pc:spChg>
        <pc:spChg chg="mod">
          <ac:chgData name="Bart Van Doninck" userId="d520896b-ce7d-433b-89bb-9d1667819558" providerId="ADAL" clId="{F91EE2B2-92B6-4F84-86B1-80802A3864BB}" dt="2022-10-19T14:52:10.917" v="1041" actId="20577"/>
          <ac:spMkLst>
            <pc:docMk/>
            <pc:sldMk cId="1468201365" sldId="278"/>
            <ac:spMk id="3" creationId="{448756B8-62B6-F684-0D63-26056C3FCAB7}"/>
          </ac:spMkLst>
        </pc:spChg>
        <pc:picChg chg="add mod">
          <ac:chgData name="Bart Van Doninck" userId="d520896b-ce7d-433b-89bb-9d1667819558" providerId="ADAL" clId="{F91EE2B2-92B6-4F84-86B1-80802A3864BB}" dt="2022-10-19T14:53:02.847" v="1044" actId="1076"/>
          <ac:picMkLst>
            <pc:docMk/>
            <pc:sldMk cId="1468201365" sldId="278"/>
            <ac:picMk id="5122" creationId="{E2CFBE00-1A5E-7E43-B158-DC49BA1BBEEF}"/>
          </ac:picMkLst>
        </pc:picChg>
      </pc:sldChg>
      <pc:sldMasterChg chg="modSldLayout">
        <pc:chgData name="Bart Van Doninck" userId="d520896b-ce7d-433b-89bb-9d1667819558" providerId="ADAL" clId="{F91EE2B2-92B6-4F84-86B1-80802A3864BB}" dt="2022-10-20T10:44:30.291" v="1333" actId="14100"/>
        <pc:sldMasterMkLst>
          <pc:docMk/>
          <pc:sldMasterMk cId="456700252" sldId="2147483648"/>
        </pc:sldMasterMkLst>
        <pc:sldLayoutChg chg="addSp delSp modSp mod">
          <pc:chgData name="Bart Van Doninck" userId="d520896b-ce7d-433b-89bb-9d1667819558" providerId="ADAL" clId="{F91EE2B2-92B6-4F84-86B1-80802A3864BB}" dt="2022-10-20T10:43:17.561" v="1319" actId="1037"/>
          <pc:sldLayoutMkLst>
            <pc:docMk/>
            <pc:sldMasterMk cId="456700252" sldId="2147483648"/>
            <pc:sldLayoutMk cId="4002048425" sldId="2147483660"/>
          </pc:sldLayoutMkLst>
          <pc:spChg chg="add mod">
            <ac:chgData name="Bart Van Doninck" userId="d520896b-ce7d-433b-89bb-9d1667819558" providerId="ADAL" clId="{F91EE2B2-92B6-4F84-86B1-80802A3864BB}" dt="2022-10-20T10:42:39.525" v="1310" actId="14100"/>
            <ac:spMkLst>
              <pc:docMk/>
              <pc:sldMasterMk cId="456700252" sldId="2147483648"/>
              <pc:sldLayoutMk cId="4002048425" sldId="2147483660"/>
              <ac:spMk id="12" creationId="{91A08584-BE5E-D48D-C1E7-B04DB790AACF}"/>
            </ac:spMkLst>
          </pc:spChg>
          <pc:spChg chg="add mod">
            <ac:chgData name="Bart Van Doninck" userId="d520896b-ce7d-433b-89bb-9d1667819558" providerId="ADAL" clId="{F91EE2B2-92B6-4F84-86B1-80802A3864BB}" dt="2022-10-20T10:43:17.561" v="1319" actId="1037"/>
            <ac:spMkLst>
              <pc:docMk/>
              <pc:sldMasterMk cId="456700252" sldId="2147483648"/>
              <pc:sldLayoutMk cId="4002048425" sldId="2147483660"/>
              <ac:spMk id="14" creationId="{6D6D64D0-F4CE-610E-BC25-858A96CEFAEA}"/>
            </ac:spMkLst>
          </pc:spChg>
          <pc:spChg chg="mod">
            <ac:chgData name="Bart Van Doninck" userId="d520896b-ce7d-433b-89bb-9d1667819558" providerId="ADAL" clId="{F91EE2B2-92B6-4F84-86B1-80802A3864BB}" dt="2022-10-20T10:42:30.370" v="1308" actId="1582"/>
            <ac:spMkLst>
              <pc:docMk/>
              <pc:sldMasterMk cId="456700252" sldId="2147483648"/>
              <pc:sldLayoutMk cId="4002048425" sldId="2147483660"/>
              <ac:spMk id="67" creationId="{37201331-6869-4D16-9BE3-EE1E7B042625}"/>
            </ac:spMkLst>
          </pc:spChg>
          <pc:spChg chg="del">
            <ac:chgData name="Bart Van Doninck" userId="d520896b-ce7d-433b-89bb-9d1667819558" providerId="ADAL" clId="{F91EE2B2-92B6-4F84-86B1-80802A3864BB}" dt="2022-10-20T10:41:02.037" v="1290" actId="478"/>
            <ac:spMkLst>
              <pc:docMk/>
              <pc:sldMasterMk cId="456700252" sldId="2147483648"/>
              <pc:sldLayoutMk cId="4002048425" sldId="2147483660"/>
              <ac:spMk id="70" creationId="{9DEAA894-EB69-4A3E-A787-E8B474A1894E}"/>
            </ac:spMkLst>
          </pc:spChg>
          <pc:spChg chg="del">
            <ac:chgData name="Bart Van Doninck" userId="d520896b-ce7d-433b-89bb-9d1667819558" providerId="ADAL" clId="{F91EE2B2-92B6-4F84-86B1-80802A3864BB}" dt="2022-10-20T10:42:41.133" v="1311" actId="478"/>
            <ac:spMkLst>
              <pc:docMk/>
              <pc:sldMasterMk cId="456700252" sldId="2147483648"/>
              <pc:sldLayoutMk cId="4002048425" sldId="2147483660"/>
              <ac:spMk id="71" creationId="{8F2BB929-E2E6-4C70-91C4-A1B38D87AC67}"/>
            </ac:spMkLst>
          </pc:spChg>
          <pc:spChg chg="mod">
            <ac:chgData name="Bart Van Doninck" userId="d520896b-ce7d-433b-89bb-9d1667819558" providerId="ADAL" clId="{F91EE2B2-92B6-4F84-86B1-80802A3864BB}" dt="2022-10-20T10:41:05.203" v="1292" actId="20577"/>
            <ac:spMkLst>
              <pc:docMk/>
              <pc:sldMasterMk cId="456700252" sldId="2147483648"/>
              <pc:sldLayoutMk cId="4002048425" sldId="2147483660"/>
              <ac:spMk id="72" creationId="{0390BE1C-BBCE-48EF-92F4-90E4C006B259}"/>
            </ac:spMkLst>
          </pc:spChg>
          <pc:spChg chg="mod">
            <ac:chgData name="Bart Van Doninck" userId="d520896b-ce7d-433b-89bb-9d1667819558" providerId="ADAL" clId="{F91EE2B2-92B6-4F84-86B1-80802A3864BB}" dt="2022-10-20T10:40:02.446" v="1226" actId="20577"/>
            <ac:spMkLst>
              <pc:docMk/>
              <pc:sldMasterMk cId="456700252" sldId="2147483648"/>
              <pc:sldLayoutMk cId="4002048425" sldId="2147483660"/>
              <ac:spMk id="74" creationId="{C75F03B5-7F2C-45D6-982B-E684B11F17E6}"/>
            </ac:spMkLst>
          </pc:spChg>
          <pc:grpChg chg="del mod">
            <ac:chgData name="Bart Van Doninck" userId="d520896b-ce7d-433b-89bb-9d1667819558" providerId="ADAL" clId="{F91EE2B2-92B6-4F84-86B1-80802A3864BB}" dt="2022-10-20T10:42:55.376" v="1315" actId="478"/>
            <ac:grpSpMkLst>
              <pc:docMk/>
              <pc:sldMasterMk cId="456700252" sldId="2147483648"/>
              <pc:sldLayoutMk cId="4002048425" sldId="2147483660"/>
              <ac:grpSpMk id="63" creationId="{FF84CDEA-A6F7-4FB9-8B1F-5358A570E008}"/>
            </ac:grpSpMkLst>
          </pc:grpChg>
          <pc:grpChg chg="mod">
            <ac:chgData name="Bart Van Doninck" userId="d520896b-ce7d-433b-89bb-9d1667819558" providerId="ADAL" clId="{F91EE2B2-92B6-4F84-86B1-80802A3864BB}" dt="2022-10-20T10:41:44.794" v="1298" actId="1076"/>
            <ac:grpSpMkLst>
              <pc:docMk/>
              <pc:sldMasterMk cId="456700252" sldId="2147483648"/>
              <pc:sldLayoutMk cId="4002048425" sldId="2147483660"/>
              <ac:grpSpMk id="66" creationId="{B3EC49E2-E6D3-4F6C-A6AB-9ED01DB0D207}"/>
            </ac:grpSpMkLst>
          </pc:grpChg>
          <pc:grpChg chg="mod">
            <ac:chgData name="Bart Van Doninck" userId="d520896b-ce7d-433b-89bb-9d1667819558" providerId="ADAL" clId="{F91EE2B2-92B6-4F84-86B1-80802A3864BB}" dt="2022-10-20T10:33:01.842" v="1154" actId="14100"/>
            <ac:grpSpMkLst>
              <pc:docMk/>
              <pc:sldMasterMk cId="456700252" sldId="2147483648"/>
              <pc:sldLayoutMk cId="4002048425" sldId="2147483660"/>
              <ac:grpSpMk id="73" creationId="{B7307FC2-DD7F-4B73-B3FD-BC03FCB37947}"/>
            </ac:grpSpMkLst>
          </pc:grpChg>
          <pc:picChg chg="add mod">
            <ac:chgData name="Bart Van Doninck" userId="d520896b-ce7d-433b-89bb-9d1667819558" providerId="ADAL" clId="{F91EE2B2-92B6-4F84-86B1-80802A3864BB}" dt="2022-10-20T10:35:17.588" v="1188" actId="14100"/>
            <ac:picMkLst>
              <pc:docMk/>
              <pc:sldMasterMk cId="456700252" sldId="2147483648"/>
              <pc:sldLayoutMk cId="4002048425" sldId="2147483660"/>
              <ac:picMk id="4" creationId="{639D689C-F3CF-D7CB-7EE9-78716BC85A41}"/>
            </ac:picMkLst>
          </pc:picChg>
          <pc:picChg chg="add mod">
            <ac:chgData name="Bart Van Doninck" userId="d520896b-ce7d-433b-89bb-9d1667819558" providerId="ADAL" clId="{F91EE2B2-92B6-4F84-86B1-80802A3864BB}" dt="2022-10-20T10:35:25.043" v="1192" actId="1076"/>
            <ac:picMkLst>
              <pc:docMk/>
              <pc:sldMasterMk cId="456700252" sldId="2147483648"/>
              <pc:sldLayoutMk cId="4002048425" sldId="2147483660"/>
              <ac:picMk id="6" creationId="{A7861603-8B53-FA20-4480-B46E68D527E4}"/>
            </ac:picMkLst>
          </pc:picChg>
          <pc:picChg chg="add del">
            <ac:chgData name="Bart Van Doninck" userId="d520896b-ce7d-433b-89bb-9d1667819558" providerId="ADAL" clId="{F91EE2B2-92B6-4F84-86B1-80802A3864BB}" dt="2022-10-20T10:38:48.674" v="1202"/>
            <ac:picMkLst>
              <pc:docMk/>
              <pc:sldMasterMk cId="456700252" sldId="2147483648"/>
              <pc:sldLayoutMk cId="4002048425" sldId="2147483660"/>
              <ac:picMk id="7" creationId="{5A59A4FC-1865-0ED6-3FF3-EAAACAAD79E4}"/>
            </ac:picMkLst>
          </pc:picChg>
          <pc:picChg chg="add mod">
            <ac:chgData name="Bart Van Doninck" userId="d520896b-ce7d-433b-89bb-9d1667819558" providerId="ADAL" clId="{F91EE2B2-92B6-4F84-86B1-80802A3864BB}" dt="2022-10-20T10:39:38.872" v="1216" actId="207"/>
            <ac:picMkLst>
              <pc:docMk/>
              <pc:sldMasterMk cId="456700252" sldId="2147483648"/>
              <pc:sldLayoutMk cId="4002048425" sldId="2147483660"/>
              <ac:picMk id="9" creationId="{70ED75EB-1158-4608-7C6B-0B2EFBFD11BA}"/>
            </ac:picMkLst>
          </pc:picChg>
          <pc:picChg chg="add mod">
            <ac:chgData name="Bart Van Doninck" userId="d520896b-ce7d-433b-89bb-9d1667819558" providerId="ADAL" clId="{F91EE2B2-92B6-4F84-86B1-80802A3864BB}" dt="2022-10-20T10:39:32.831" v="1215" actId="207"/>
            <ac:picMkLst>
              <pc:docMk/>
              <pc:sldMasterMk cId="456700252" sldId="2147483648"/>
              <pc:sldLayoutMk cId="4002048425" sldId="2147483660"/>
              <ac:picMk id="10" creationId="{C95776DA-9566-5E93-2DC8-7FFC358E5015}"/>
            </ac:picMkLst>
          </pc:picChg>
          <pc:picChg chg="del mod">
            <ac:chgData name="Bart Van Doninck" userId="d520896b-ce7d-433b-89bb-9d1667819558" providerId="ADAL" clId="{F91EE2B2-92B6-4F84-86B1-80802A3864BB}" dt="2022-10-20T10:34:39.976" v="1181" actId="478"/>
            <ac:picMkLst>
              <pc:docMk/>
              <pc:sldMasterMk cId="456700252" sldId="2147483648"/>
              <pc:sldLayoutMk cId="4002048425" sldId="2147483660"/>
              <ac:picMk id="75" creationId="{E46C304A-1512-40A7-ABC5-9EA1329689B3}"/>
            </ac:picMkLst>
          </pc:picChg>
          <pc:picChg chg="del">
            <ac:chgData name="Bart Van Doninck" userId="d520896b-ce7d-433b-89bb-9d1667819558" providerId="ADAL" clId="{F91EE2B2-92B6-4F84-86B1-80802A3864BB}" dt="2022-10-20T10:35:31.213" v="1193" actId="478"/>
            <ac:picMkLst>
              <pc:docMk/>
              <pc:sldMasterMk cId="456700252" sldId="2147483648"/>
              <pc:sldLayoutMk cId="4002048425" sldId="2147483660"/>
              <ac:picMk id="76" creationId="{BD71C5B6-6F31-455E-BDC1-D59527551124}"/>
            </ac:picMkLst>
          </pc:picChg>
          <pc:picChg chg="mod">
            <ac:chgData name="Bart Van Doninck" userId="d520896b-ce7d-433b-89bb-9d1667819558" providerId="ADAL" clId="{F91EE2B2-92B6-4F84-86B1-80802A3864BB}" dt="2022-10-20T10:35:56.845" v="1197" actId="14100"/>
            <ac:picMkLst>
              <pc:docMk/>
              <pc:sldMasterMk cId="456700252" sldId="2147483648"/>
              <pc:sldLayoutMk cId="4002048425" sldId="2147483660"/>
              <ac:picMk id="77" creationId="{68C1AE1C-F305-4805-A223-15DA2A51FEFD}"/>
            </ac:picMkLst>
          </pc:picChg>
          <pc:picChg chg="del">
            <ac:chgData name="Bart Van Doninck" userId="d520896b-ce7d-433b-89bb-9d1667819558" providerId="ADAL" clId="{F91EE2B2-92B6-4F84-86B1-80802A3864BB}" dt="2022-10-20T10:32:53.268" v="1152" actId="478"/>
            <ac:picMkLst>
              <pc:docMk/>
              <pc:sldMasterMk cId="456700252" sldId="2147483648"/>
              <pc:sldLayoutMk cId="4002048425" sldId="2147483660"/>
              <ac:picMk id="78" creationId="{9818392F-A73B-4967-A84C-E49E0D4AC304}"/>
            </ac:picMkLst>
          </pc:picChg>
          <pc:picChg chg="del mod">
            <ac:chgData name="Bart Van Doninck" userId="d520896b-ce7d-433b-89bb-9d1667819558" providerId="ADAL" clId="{F91EE2B2-92B6-4F84-86B1-80802A3864BB}" dt="2022-10-20T10:39:07.460" v="1204" actId="478"/>
            <ac:picMkLst>
              <pc:docMk/>
              <pc:sldMasterMk cId="456700252" sldId="2147483648"/>
              <pc:sldLayoutMk cId="4002048425" sldId="2147483660"/>
              <ac:picMk id="79" creationId="{6BDF88DC-A58C-4D8E-A042-BE01C0EE1A21}"/>
            </ac:picMkLst>
          </pc:picChg>
          <pc:picChg chg="del">
            <ac:chgData name="Bart Van Doninck" userId="d520896b-ce7d-433b-89bb-9d1667819558" providerId="ADAL" clId="{F91EE2B2-92B6-4F84-86B1-80802A3864BB}" dt="2022-10-20T10:39:26.189" v="1213" actId="478"/>
            <ac:picMkLst>
              <pc:docMk/>
              <pc:sldMasterMk cId="456700252" sldId="2147483648"/>
              <pc:sldLayoutMk cId="4002048425" sldId="2147483660"/>
              <ac:picMk id="80" creationId="{DE14E423-B738-4138-9F79-EDDF10C30169}"/>
            </ac:picMkLst>
          </pc:picChg>
          <pc:cxnChg chg="add mod">
            <ac:chgData name="Bart Van Doninck" userId="d520896b-ce7d-433b-89bb-9d1667819558" providerId="ADAL" clId="{F91EE2B2-92B6-4F84-86B1-80802A3864BB}" dt="2022-10-20T10:42:51.716" v="1314" actId="208"/>
            <ac:cxnSpMkLst>
              <pc:docMk/>
              <pc:sldMasterMk cId="456700252" sldId="2147483648"/>
              <pc:sldLayoutMk cId="4002048425" sldId="2147483660"/>
              <ac:cxnSpMk id="13" creationId="{02AD0370-16EC-5D9F-85C8-B34CDD9407D3}"/>
            </ac:cxnSpMkLst>
          </pc:cxnChg>
          <pc:cxnChg chg="mod">
            <ac:chgData name="Bart Van Doninck" userId="d520896b-ce7d-433b-89bb-9d1667819558" providerId="ADAL" clId="{F91EE2B2-92B6-4F84-86B1-80802A3864BB}" dt="2022-10-20T10:42:24.250" v="1307" actId="1582"/>
            <ac:cxnSpMkLst>
              <pc:docMk/>
              <pc:sldMasterMk cId="456700252" sldId="2147483648"/>
              <pc:sldLayoutMk cId="4002048425" sldId="2147483660"/>
              <ac:cxnSpMk id="68" creationId="{6F3CB35A-F8A3-4C2E-B129-8A632ACF23C6}"/>
            </ac:cxnSpMkLst>
          </pc:cxnChg>
          <pc:cxnChg chg="mod">
            <ac:chgData name="Bart Van Doninck" userId="d520896b-ce7d-433b-89bb-9d1667819558" providerId="ADAL" clId="{F91EE2B2-92B6-4F84-86B1-80802A3864BB}" dt="2022-10-20T10:41:53.526" v="1300" actId="14100"/>
            <ac:cxnSpMkLst>
              <pc:docMk/>
              <pc:sldMasterMk cId="456700252" sldId="2147483648"/>
              <pc:sldLayoutMk cId="4002048425" sldId="2147483660"/>
              <ac:cxnSpMk id="69" creationId="{BF9F54C3-8FEA-4DFF-A749-BCD0E10A1685}"/>
            </ac:cxnSpMkLst>
          </pc:cxnChg>
        </pc:sldLayoutChg>
        <pc:sldLayoutChg chg="modSp mod">
          <pc:chgData name="Bart Van Doninck" userId="d520896b-ce7d-433b-89bb-9d1667819558" providerId="ADAL" clId="{F91EE2B2-92B6-4F84-86B1-80802A3864BB}" dt="2022-10-20T10:44:30.291" v="1333" actId="14100"/>
          <pc:sldLayoutMkLst>
            <pc:docMk/>
            <pc:sldMasterMk cId="456700252" sldId="2147483648"/>
            <pc:sldLayoutMk cId="4277175474" sldId="2147483663"/>
          </pc:sldLayoutMkLst>
          <pc:spChg chg="mod">
            <ac:chgData name="Bart Van Doninck" userId="d520896b-ce7d-433b-89bb-9d1667819558" providerId="ADAL" clId="{F91EE2B2-92B6-4F84-86B1-80802A3864BB}" dt="2022-10-20T10:44:30.291" v="1333" actId="14100"/>
            <ac:spMkLst>
              <pc:docMk/>
              <pc:sldMasterMk cId="456700252" sldId="2147483648"/>
              <pc:sldLayoutMk cId="4277175474" sldId="2147483663"/>
              <ac:spMk id="15" creationId="{345C2AE8-E089-45E1-A0CA-A510AEA17120}"/>
            </ac:spMkLst>
          </pc:spChg>
          <pc:spChg chg="mod">
            <ac:chgData name="Bart Van Doninck" userId="d520896b-ce7d-433b-89bb-9d1667819558" providerId="ADAL" clId="{F91EE2B2-92B6-4F84-86B1-80802A3864BB}" dt="2022-10-20T10:44:25.449" v="1332" actId="255"/>
            <ac:spMkLst>
              <pc:docMk/>
              <pc:sldMasterMk cId="456700252" sldId="2147483648"/>
              <pc:sldLayoutMk cId="4277175474" sldId="2147483663"/>
              <ac:spMk id="16" creationId="{0FF1A0C9-C840-43E5-AD80-2A69DDC26EA8}"/>
            </ac:spMkLst>
          </pc:spChg>
          <pc:picChg chg="mod">
            <ac:chgData name="Bart Van Doninck" userId="d520896b-ce7d-433b-89bb-9d1667819558" providerId="ADAL" clId="{F91EE2B2-92B6-4F84-86B1-80802A3864BB}" dt="2022-10-20T10:43:53.090" v="1324" actId="167"/>
            <ac:picMkLst>
              <pc:docMk/>
              <pc:sldMasterMk cId="456700252" sldId="2147483648"/>
              <pc:sldLayoutMk cId="4277175474" sldId="2147483663"/>
              <ac:picMk id="2050" creationId="{6E553EF5-982C-4774-B5E4-050FC97617DD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56857-C1E9-49B3-A673-7787B31371E3}" type="datetimeFigureOut">
              <a:rPr lang="en-BE" smtClean="0"/>
              <a:t>20/10/2022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93E25-694F-4B51-8AFA-DFE722499A3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14130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B350D5E-3C56-47A4-BB7B-78332F89C8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41116" y="100013"/>
            <a:ext cx="8087184" cy="779462"/>
          </a:xfrm>
        </p:spPr>
        <p:txBody>
          <a:bodyPr anchor="ctr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</a:lstStyle>
          <a:p>
            <a:pPr lvl="0"/>
            <a:r>
              <a:rPr lang="nl-BE" dirty="0"/>
              <a:t>Klik om titel te bewerken</a:t>
            </a:r>
            <a:endParaRPr lang="nl-NL" dirty="0"/>
          </a:p>
        </p:txBody>
      </p:sp>
      <p:sp>
        <p:nvSpPr>
          <p:cNvPr id="87" name="Rechthoek 86">
            <a:extLst>
              <a:ext uri="{FF2B5EF4-FFF2-40B4-BE49-F238E27FC236}">
                <a16:creationId xmlns:a16="http://schemas.microsoft.com/office/drawing/2014/main" id="{D5CCCA37-7C28-4A3E-B148-5C8BFF83C4F6}"/>
              </a:ext>
            </a:extLst>
          </p:cNvPr>
          <p:cNvSpPr/>
          <p:nvPr/>
        </p:nvSpPr>
        <p:spPr>
          <a:xfrm>
            <a:off x="88461" y="875034"/>
            <a:ext cx="10440000" cy="342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94" name="Tekstvak 93">
            <a:extLst>
              <a:ext uri="{FF2B5EF4-FFF2-40B4-BE49-F238E27FC236}">
                <a16:creationId xmlns:a16="http://schemas.microsoft.com/office/drawing/2014/main" id="{39E898A5-DA27-4108-85C3-3E61226C9294}"/>
              </a:ext>
            </a:extLst>
          </p:cNvPr>
          <p:cNvSpPr txBox="1"/>
          <p:nvPr/>
        </p:nvSpPr>
        <p:spPr>
          <a:xfrm>
            <a:off x="121402" y="881788"/>
            <a:ext cx="2162619" cy="338554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1600" b="1" dirty="0"/>
              <a:t>Date:</a:t>
            </a:r>
            <a:endParaRPr lang="nl-NL" sz="1600" b="1" dirty="0" err="1"/>
          </a:p>
        </p:txBody>
      </p:sp>
      <p:sp>
        <p:nvSpPr>
          <p:cNvPr id="82" name="Tijdelijke aanduiding voor datum 3">
            <a:extLst>
              <a:ext uri="{FF2B5EF4-FFF2-40B4-BE49-F238E27FC236}">
                <a16:creationId xmlns:a16="http://schemas.microsoft.com/office/drawing/2014/main" id="{0BE6D0E2-CE95-4B5C-9C78-1289AAD63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9266" y="862924"/>
            <a:ext cx="27189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BE"/>
              <a:t>19/10/2022</a:t>
            </a:r>
            <a:endParaRPr lang="nl-NL" dirty="0"/>
          </a:p>
        </p:txBody>
      </p:sp>
      <p:sp>
        <p:nvSpPr>
          <p:cNvPr id="90" name="Rechthoek 89">
            <a:extLst>
              <a:ext uri="{FF2B5EF4-FFF2-40B4-BE49-F238E27FC236}">
                <a16:creationId xmlns:a16="http://schemas.microsoft.com/office/drawing/2014/main" id="{ECFFB3F8-24EC-48CF-A4D7-822A0D3BFAAA}"/>
              </a:ext>
            </a:extLst>
          </p:cNvPr>
          <p:cNvSpPr/>
          <p:nvPr/>
        </p:nvSpPr>
        <p:spPr>
          <a:xfrm>
            <a:off x="88462" y="875034"/>
            <a:ext cx="1933378" cy="342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46" name="Tijdelijke aanduiding voor dianummer 6">
            <a:extLst>
              <a:ext uri="{FF2B5EF4-FFF2-40B4-BE49-F238E27FC236}">
                <a16:creationId xmlns:a16="http://schemas.microsoft.com/office/drawing/2014/main" id="{5EF95152-4E61-4C04-B405-E14DE1EAF11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B73BC-B049-4115-A692-8D63A059BFB8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52" name="Rechthoek 51">
            <a:extLst>
              <a:ext uri="{FF2B5EF4-FFF2-40B4-BE49-F238E27FC236}">
                <a16:creationId xmlns:a16="http://schemas.microsoft.com/office/drawing/2014/main" id="{3B7E6582-CB42-4C80-8BC2-C1AAB6C558A4}"/>
              </a:ext>
            </a:extLst>
          </p:cNvPr>
          <p:cNvSpPr/>
          <p:nvPr/>
        </p:nvSpPr>
        <p:spPr>
          <a:xfrm>
            <a:off x="93407" y="1370391"/>
            <a:ext cx="5859419" cy="5040000"/>
          </a:xfrm>
          <a:prstGeom prst="rect">
            <a:avLst/>
          </a:prstGeom>
          <a:ln w="38100">
            <a:solidFill>
              <a:schemeClr val="tx2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53" name="Rechthoek 52">
            <a:extLst>
              <a:ext uri="{FF2B5EF4-FFF2-40B4-BE49-F238E27FC236}">
                <a16:creationId xmlns:a16="http://schemas.microsoft.com/office/drawing/2014/main" id="{CEDEC50B-1D6F-425C-B629-E771CF174B8C}"/>
              </a:ext>
            </a:extLst>
          </p:cNvPr>
          <p:cNvSpPr/>
          <p:nvPr/>
        </p:nvSpPr>
        <p:spPr>
          <a:xfrm>
            <a:off x="6244120" y="1370391"/>
            <a:ext cx="5859419" cy="5040000"/>
          </a:xfrm>
          <a:prstGeom prst="rect">
            <a:avLst/>
          </a:prstGeom>
          <a:ln w="38100">
            <a:solidFill>
              <a:schemeClr val="tx2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61" name="Tijdelijke aanduiding voor inhoud 2">
            <a:extLst>
              <a:ext uri="{FF2B5EF4-FFF2-40B4-BE49-F238E27FC236}">
                <a16:creationId xmlns:a16="http://schemas.microsoft.com/office/drawing/2014/main" id="{9724D72B-295B-4FBD-8ADF-1652C0736118}"/>
              </a:ext>
            </a:extLst>
          </p:cNvPr>
          <p:cNvSpPr txBox="1">
            <a:spLocks/>
          </p:cNvSpPr>
          <p:nvPr/>
        </p:nvSpPr>
        <p:spPr>
          <a:xfrm>
            <a:off x="190353" y="2131249"/>
            <a:ext cx="5760000" cy="1071391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B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" name="Groep 65">
            <a:extLst>
              <a:ext uri="{FF2B5EF4-FFF2-40B4-BE49-F238E27FC236}">
                <a16:creationId xmlns:a16="http://schemas.microsoft.com/office/drawing/2014/main" id="{B3EC49E2-E6D3-4F6C-A6AB-9ED01DB0D207}"/>
              </a:ext>
            </a:extLst>
          </p:cNvPr>
          <p:cNvGrpSpPr/>
          <p:nvPr/>
        </p:nvGrpSpPr>
        <p:grpSpPr>
          <a:xfrm>
            <a:off x="1943280" y="3739469"/>
            <a:ext cx="995671" cy="308469"/>
            <a:chOff x="1547008" y="4333682"/>
            <a:chExt cx="995671" cy="308469"/>
          </a:xfrm>
        </p:grpSpPr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37201331-6869-4D16-9BE3-EE1E7B042625}"/>
                </a:ext>
              </a:extLst>
            </p:cNvPr>
            <p:cNvSpPr/>
            <p:nvPr/>
          </p:nvSpPr>
          <p:spPr>
            <a:xfrm>
              <a:off x="1929496" y="4333682"/>
              <a:ext cx="613183" cy="308469"/>
            </a:xfrm>
            <a:prstGeom prst="rect">
              <a:avLst/>
            </a:prstGeom>
            <a:ln w="28575">
              <a:solidFill>
                <a:srgbClr val="F2941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400" b="0" i="0" u="none" strike="noStrike" kern="1200" cap="none" spc="0" normalizeH="0" baseline="0" noProof="0" dirty="0">
                <a:ln w="0"/>
                <a:solidFill>
                  <a:srgbClr val="F66F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8" name="Rechte verbindingslijn met pijl 67">
              <a:extLst>
                <a:ext uri="{FF2B5EF4-FFF2-40B4-BE49-F238E27FC236}">
                  <a16:creationId xmlns:a16="http://schemas.microsoft.com/office/drawing/2014/main" id="{6F3CB35A-F8A3-4C2E-B129-8A632ACF23C6}"/>
                </a:ext>
              </a:extLst>
            </p:cNvPr>
            <p:cNvCxnSpPr>
              <a:cxnSpLocks/>
            </p:cNvCxnSpPr>
            <p:nvPr/>
          </p:nvCxnSpPr>
          <p:spPr>
            <a:xfrm>
              <a:off x="1547008" y="4487917"/>
              <a:ext cx="370569" cy="0"/>
            </a:xfrm>
            <a:prstGeom prst="straightConnector1">
              <a:avLst/>
            </a:prstGeom>
            <a:ln w="57150">
              <a:solidFill>
                <a:srgbClr val="F2941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Rechte verbindingslijn met pijl 68">
            <a:extLst>
              <a:ext uri="{FF2B5EF4-FFF2-40B4-BE49-F238E27FC236}">
                <a16:creationId xmlns:a16="http://schemas.microsoft.com/office/drawing/2014/main" id="{BF9F54C3-8FEA-4DFF-A749-BCD0E10A1685}"/>
              </a:ext>
            </a:extLst>
          </p:cNvPr>
          <p:cNvCxnSpPr>
            <a:cxnSpLocks/>
          </p:cNvCxnSpPr>
          <p:nvPr/>
        </p:nvCxnSpPr>
        <p:spPr>
          <a:xfrm>
            <a:off x="1951370" y="4876938"/>
            <a:ext cx="36247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hoek 71">
            <a:extLst>
              <a:ext uri="{FF2B5EF4-FFF2-40B4-BE49-F238E27FC236}">
                <a16:creationId xmlns:a16="http://schemas.microsoft.com/office/drawing/2014/main" id="{0390BE1C-BBCE-48EF-92F4-90E4C006B259}"/>
              </a:ext>
            </a:extLst>
          </p:cNvPr>
          <p:cNvSpPr/>
          <p:nvPr/>
        </p:nvSpPr>
        <p:spPr>
          <a:xfrm>
            <a:off x="189144" y="3089866"/>
            <a:ext cx="2880000" cy="3266484"/>
          </a:xfrm>
          <a:prstGeom prst="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Legend</a:t>
            </a:r>
            <a:endParaRPr kumimoji="0" lang="nl-NL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Information</a:t>
            </a:r>
            <a:b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nl-B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 point</a:t>
            </a:r>
          </a:p>
        </p:txBody>
      </p:sp>
      <p:grpSp>
        <p:nvGrpSpPr>
          <p:cNvPr id="73" name="Groep 72">
            <a:extLst>
              <a:ext uri="{FF2B5EF4-FFF2-40B4-BE49-F238E27FC236}">
                <a16:creationId xmlns:a16="http://schemas.microsoft.com/office/drawing/2014/main" id="{B7307FC2-DD7F-4B73-B3FD-BC03FCB37947}"/>
              </a:ext>
            </a:extLst>
          </p:cNvPr>
          <p:cNvGrpSpPr/>
          <p:nvPr/>
        </p:nvGrpSpPr>
        <p:grpSpPr>
          <a:xfrm>
            <a:off x="3164881" y="3089866"/>
            <a:ext cx="2704004" cy="3266484"/>
            <a:chOff x="3051237" y="3352456"/>
            <a:chExt cx="2810378" cy="2412628"/>
          </a:xfrm>
        </p:grpSpPr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C75F03B5-7F2C-45D6-982B-E684B11F17E6}"/>
                </a:ext>
              </a:extLst>
            </p:cNvPr>
            <p:cNvSpPr>
              <a:spLocks/>
            </p:cNvSpPr>
            <p:nvPr/>
          </p:nvSpPr>
          <p:spPr>
            <a:xfrm>
              <a:off x="3051237" y="3352456"/>
              <a:ext cx="2810378" cy="2412628"/>
            </a:xfrm>
            <a:prstGeom prst="rect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2000" b="1" i="0" u="sng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Quality</a:t>
              </a:r>
              <a:r>
                <a:rPr kumimoji="0" lang="nl-NL" sz="20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Control</a:t>
              </a:r>
              <a:endParaRPr kumimoji="0" lang="nl-NL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20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endParaRPr kumimoji="0" lang="nl-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457200" marR="0" lvl="2" indent="-216000" algn="l" defTabSz="720000" rtl="0" eaLnBrk="1" fontAlgn="auto" latinLnBrk="0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Visual check</a:t>
              </a:r>
            </a:p>
            <a:p>
              <a:pPr marL="0" marR="0" lvl="1" indent="-216000" algn="l" defTabSz="720000" rtl="0" eaLnBrk="1" fontAlgn="auto" latinLnBrk="0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457200" marR="0" lvl="2" indent="-216000" algn="l" defTabSz="720000" rtl="0" eaLnBrk="1" fontAlgn="auto" latinLnBrk="0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Mechanical check</a:t>
              </a:r>
            </a:p>
            <a:p>
              <a:pPr marL="0" marR="0" lvl="1" indent="-216000" algn="l" defTabSz="720000" rtl="0" eaLnBrk="1" fontAlgn="auto" latinLnBrk="0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  <a:p>
              <a:pPr marL="457200" marR="0" lvl="2" indent="-216000" algn="l" defTabSz="720000" rtl="0" eaLnBrk="1" fontAlgn="auto" latinLnBrk="0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Change</a:t>
              </a:r>
            </a:p>
            <a:p>
              <a:pPr marL="0" marR="0" lvl="1" indent="-216000" algn="l" defTabSz="720000" rtl="0" eaLnBrk="1" fontAlgn="auto" latinLnBrk="0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457200" marR="0" lvl="2" indent="-216000" algn="l" defTabSz="7200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Correct</a:t>
              </a:r>
            </a:p>
            <a:p>
              <a:pPr marL="0" marR="0" lvl="1" indent="-216000" algn="l" defTabSz="7200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457200" marR="0" lvl="2" indent="-216000" algn="l" defTabSz="7200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Wrong</a:t>
              </a:r>
            </a:p>
            <a:p>
              <a:pPr marL="2857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7" name="Afbeelding 76">
              <a:extLst>
                <a:ext uri="{FF2B5EF4-FFF2-40B4-BE49-F238E27FC236}">
                  <a16:creationId xmlns:a16="http://schemas.microsoft.com/office/drawing/2014/main" id="{68C1AE1C-F305-4805-A223-15DA2A51F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2423" y="4486502"/>
              <a:ext cx="379727" cy="26589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91" name="Tijdelijke aanduiding voor inhoud 90">
            <a:extLst>
              <a:ext uri="{FF2B5EF4-FFF2-40B4-BE49-F238E27FC236}">
                <a16:creationId xmlns:a16="http://schemas.microsoft.com/office/drawing/2014/main" id="{97721603-28C8-4B4B-9507-E9A74CFD40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2747" y="1474631"/>
            <a:ext cx="5722620" cy="48817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93" name="Tijdelijke aanduiding voor tekst 92">
            <a:extLst>
              <a:ext uri="{FF2B5EF4-FFF2-40B4-BE49-F238E27FC236}">
                <a16:creationId xmlns:a16="http://schemas.microsoft.com/office/drawing/2014/main" id="{FFD64991-D8FE-421D-898F-F3233543C3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7880" y="1474631"/>
            <a:ext cx="5665787" cy="769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9" name="Tijdelijke aanduiding voor dianummer 98">
            <a:extLst>
              <a:ext uri="{FF2B5EF4-FFF2-40B4-BE49-F238E27FC236}">
                <a16:creationId xmlns:a16="http://schemas.microsoft.com/office/drawing/2014/main" id="{5A83B42B-7A44-449E-B837-99E4F447CF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5EAE8D-21ED-4842-8447-5B0C6A5B4D68}" type="slidenum">
              <a:rPr lang="nl-NL" smtClean="0"/>
              <a:t>‹#›</a:t>
            </a:fld>
            <a:endParaRPr lang="nl-NL"/>
          </a:p>
        </p:txBody>
      </p:sp>
      <p:sp>
        <p:nvSpPr>
          <p:cNvPr id="44" name="Tekstvak 43">
            <a:extLst>
              <a:ext uri="{FF2B5EF4-FFF2-40B4-BE49-F238E27FC236}">
                <a16:creationId xmlns:a16="http://schemas.microsoft.com/office/drawing/2014/main" id="{A9B90ED1-CF94-45B5-8A14-D2C8BB6479F2}"/>
              </a:ext>
            </a:extLst>
          </p:cNvPr>
          <p:cNvSpPr txBox="1"/>
          <p:nvPr/>
        </p:nvSpPr>
        <p:spPr>
          <a:xfrm>
            <a:off x="2043319" y="873681"/>
            <a:ext cx="2162619" cy="338554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1600" b="1" dirty="0"/>
              <a:t>Author:</a:t>
            </a:r>
            <a:endParaRPr lang="nl-NL" sz="1600" b="1" dirty="0" err="1"/>
          </a:p>
        </p:txBody>
      </p:sp>
      <p:sp>
        <p:nvSpPr>
          <p:cNvPr id="62" name="Tijdelijke aanduiding voor tekst 87">
            <a:extLst>
              <a:ext uri="{FF2B5EF4-FFF2-40B4-BE49-F238E27FC236}">
                <a16:creationId xmlns:a16="http://schemas.microsoft.com/office/drawing/2014/main" id="{60C5E374-EC2E-4F55-A957-C095598BE0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3487" y="877310"/>
            <a:ext cx="3148692" cy="3428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nl-NL" dirty="0"/>
              <a:t>Author</a:t>
            </a:r>
          </a:p>
        </p:txBody>
      </p:sp>
      <p:sp>
        <p:nvSpPr>
          <p:cNvPr id="81" name="Rechthoek 80">
            <a:extLst>
              <a:ext uri="{FF2B5EF4-FFF2-40B4-BE49-F238E27FC236}">
                <a16:creationId xmlns:a16="http://schemas.microsoft.com/office/drawing/2014/main" id="{7306AEDA-D64D-4B18-9E06-B7F25ED10275}"/>
              </a:ext>
            </a:extLst>
          </p:cNvPr>
          <p:cNvSpPr/>
          <p:nvPr/>
        </p:nvSpPr>
        <p:spPr>
          <a:xfrm>
            <a:off x="2021839" y="874970"/>
            <a:ext cx="3940340" cy="342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83" name="Tijdelijke aanduiding voor voettekst 4">
            <a:extLst>
              <a:ext uri="{FF2B5EF4-FFF2-40B4-BE49-F238E27FC236}">
                <a16:creationId xmlns:a16="http://schemas.microsoft.com/office/drawing/2014/main" id="{C89817A8-C380-44ED-990D-6AE5B2D57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38681" y="852332"/>
            <a:ext cx="36897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nl-NL"/>
              <a:t>V0.1</a:t>
            </a:r>
            <a:endParaRPr lang="nl-NL" dirty="0"/>
          </a:p>
        </p:txBody>
      </p:sp>
      <p:sp>
        <p:nvSpPr>
          <p:cNvPr id="84" name="Tijdelijke aanduiding voor voettekst 5">
            <a:extLst>
              <a:ext uri="{FF2B5EF4-FFF2-40B4-BE49-F238E27FC236}">
                <a16:creationId xmlns:a16="http://schemas.microsoft.com/office/drawing/2014/main" id="{DB1E5C4B-B0F3-45A5-B656-B79769642495}"/>
              </a:ext>
            </a:extLst>
          </p:cNvPr>
          <p:cNvSpPr txBox="1">
            <a:spLocks/>
          </p:cNvSpPr>
          <p:nvPr/>
        </p:nvSpPr>
        <p:spPr>
          <a:xfrm>
            <a:off x="6509487" y="86347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800" b="1" dirty="0">
              <a:solidFill>
                <a:schemeClr val="tx1"/>
              </a:solidFill>
            </a:endParaRPr>
          </a:p>
        </p:txBody>
      </p:sp>
      <p:sp>
        <p:nvSpPr>
          <p:cNvPr id="85" name="Rechthoek 84">
            <a:extLst>
              <a:ext uri="{FF2B5EF4-FFF2-40B4-BE49-F238E27FC236}">
                <a16:creationId xmlns:a16="http://schemas.microsoft.com/office/drawing/2014/main" id="{E2C1CFEB-1D34-41D1-AA84-1EEA895C7394}"/>
              </a:ext>
            </a:extLst>
          </p:cNvPr>
          <p:cNvSpPr/>
          <p:nvPr/>
        </p:nvSpPr>
        <p:spPr>
          <a:xfrm>
            <a:off x="88461" y="99483"/>
            <a:ext cx="12015078" cy="1116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89" name="Rechthoek 88">
            <a:extLst>
              <a:ext uri="{FF2B5EF4-FFF2-40B4-BE49-F238E27FC236}">
                <a16:creationId xmlns:a16="http://schemas.microsoft.com/office/drawing/2014/main" id="{AF122C37-2F0C-4ABE-AC3C-3A888A840EEF}"/>
              </a:ext>
            </a:extLst>
          </p:cNvPr>
          <p:cNvSpPr/>
          <p:nvPr/>
        </p:nvSpPr>
        <p:spPr>
          <a:xfrm>
            <a:off x="10528461" y="99484"/>
            <a:ext cx="1575078" cy="1116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92" name="Tekstvak 91">
            <a:extLst>
              <a:ext uri="{FF2B5EF4-FFF2-40B4-BE49-F238E27FC236}">
                <a16:creationId xmlns:a16="http://schemas.microsoft.com/office/drawing/2014/main" id="{B2480F44-32AF-4819-8C5F-0D86781EDC86}"/>
              </a:ext>
            </a:extLst>
          </p:cNvPr>
          <p:cNvSpPr txBox="1"/>
          <p:nvPr/>
        </p:nvSpPr>
        <p:spPr>
          <a:xfrm>
            <a:off x="117640" y="258747"/>
            <a:ext cx="2373813" cy="461665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2400" b="1" dirty="0" err="1"/>
              <a:t>Work</a:t>
            </a:r>
            <a:r>
              <a:rPr lang="nl-BE" sz="2400" b="1" dirty="0"/>
              <a:t> </a:t>
            </a:r>
            <a:r>
              <a:rPr lang="nl-BE" sz="2400" b="1" dirty="0" err="1"/>
              <a:t>instruction</a:t>
            </a:r>
            <a:r>
              <a:rPr lang="nl-BE" sz="2400" b="1" dirty="0"/>
              <a:t>:</a:t>
            </a:r>
            <a:endParaRPr lang="nl-NL" sz="2400" b="1" dirty="0" err="1"/>
          </a:p>
        </p:txBody>
      </p:sp>
      <p:sp>
        <p:nvSpPr>
          <p:cNvPr id="95" name="Tekstvak 94">
            <a:extLst>
              <a:ext uri="{FF2B5EF4-FFF2-40B4-BE49-F238E27FC236}">
                <a16:creationId xmlns:a16="http://schemas.microsoft.com/office/drawing/2014/main" id="{C3C81069-C9A7-4431-95EB-C4B3694A8DE7}"/>
              </a:ext>
            </a:extLst>
          </p:cNvPr>
          <p:cNvSpPr txBox="1"/>
          <p:nvPr/>
        </p:nvSpPr>
        <p:spPr>
          <a:xfrm>
            <a:off x="5983658" y="881789"/>
            <a:ext cx="2703144" cy="338554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1600" b="1" dirty="0"/>
              <a:t>Version:</a:t>
            </a:r>
            <a:endParaRPr lang="nl-NL" sz="1600" b="1" dirty="0" err="1"/>
          </a:p>
        </p:txBody>
      </p:sp>
      <p:pic>
        <p:nvPicPr>
          <p:cNvPr id="1026" name="Picture 2" descr="Flanders Make">
            <a:extLst>
              <a:ext uri="{FF2B5EF4-FFF2-40B4-BE49-F238E27FC236}">
                <a16:creationId xmlns:a16="http://schemas.microsoft.com/office/drawing/2014/main" id="{306E45F8-8AA4-78A3-AB15-BA5156B5A4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5143" y="164844"/>
            <a:ext cx="1475455" cy="9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 descr="Magnifying glass with solid fill">
            <a:extLst>
              <a:ext uri="{FF2B5EF4-FFF2-40B4-BE49-F238E27FC236}">
                <a16:creationId xmlns:a16="http://schemas.microsoft.com/office/drawing/2014/main" id="{639D689C-F3CF-D7CB-7EE9-78716BC85A4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8592" y="3662747"/>
            <a:ext cx="360000" cy="360000"/>
          </a:xfrm>
          <a:prstGeom prst="rect">
            <a:avLst/>
          </a:prstGeom>
        </p:spPr>
      </p:pic>
      <p:pic>
        <p:nvPicPr>
          <p:cNvPr id="6" name="Graphic 5" descr="Gears with solid fill">
            <a:extLst>
              <a:ext uri="{FF2B5EF4-FFF2-40B4-BE49-F238E27FC236}">
                <a16:creationId xmlns:a16="http://schemas.microsoft.com/office/drawing/2014/main" id="{A7861603-8B53-FA20-4480-B46E68D527E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0859" y="4122921"/>
            <a:ext cx="360000" cy="360000"/>
          </a:xfrm>
          <a:prstGeom prst="rect">
            <a:avLst/>
          </a:prstGeom>
        </p:spPr>
      </p:pic>
      <p:pic>
        <p:nvPicPr>
          <p:cNvPr id="9" name="Graphic 8" descr="Thumbs up sign with solid fill">
            <a:extLst>
              <a:ext uri="{FF2B5EF4-FFF2-40B4-BE49-F238E27FC236}">
                <a16:creationId xmlns:a16="http://schemas.microsoft.com/office/drawing/2014/main" id="{70ED75EB-1158-4608-7C6B-0B2EFBFD11B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30859" y="5096542"/>
            <a:ext cx="360000" cy="360000"/>
          </a:xfrm>
          <a:prstGeom prst="rect">
            <a:avLst/>
          </a:prstGeom>
        </p:spPr>
      </p:pic>
      <p:pic>
        <p:nvPicPr>
          <p:cNvPr id="10" name="Graphic 9" descr="Thumbs up sign with solid fill">
            <a:extLst>
              <a:ext uri="{FF2B5EF4-FFF2-40B4-BE49-F238E27FC236}">
                <a16:creationId xmlns:a16="http://schemas.microsoft.com/office/drawing/2014/main" id="{C95776DA-9566-5E93-2DC8-7FFC358E501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5330859" y="5631326"/>
            <a:ext cx="360000" cy="3600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1A08584-BE5E-D48D-C1E7-B04DB790AACF}"/>
              </a:ext>
            </a:extLst>
          </p:cNvPr>
          <p:cNvSpPr/>
          <p:nvPr userDrawn="1"/>
        </p:nvSpPr>
        <p:spPr>
          <a:xfrm>
            <a:off x="2325768" y="4713960"/>
            <a:ext cx="613183" cy="3084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3" name="Rechte verbindingslijn met pijl 68">
            <a:extLst>
              <a:ext uri="{FF2B5EF4-FFF2-40B4-BE49-F238E27FC236}">
                <a16:creationId xmlns:a16="http://schemas.microsoft.com/office/drawing/2014/main" id="{02AD0370-16EC-5D9F-85C8-B34CDD9407D3}"/>
              </a:ext>
            </a:extLst>
          </p:cNvPr>
          <p:cNvCxnSpPr>
            <a:cxnSpLocks/>
          </p:cNvCxnSpPr>
          <p:nvPr userDrawn="1"/>
        </p:nvCxnSpPr>
        <p:spPr>
          <a:xfrm>
            <a:off x="1943280" y="4378889"/>
            <a:ext cx="36247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hoek 66">
            <a:extLst>
              <a:ext uri="{FF2B5EF4-FFF2-40B4-BE49-F238E27FC236}">
                <a16:creationId xmlns:a16="http://schemas.microsoft.com/office/drawing/2014/main" id="{6D6D64D0-F4CE-610E-BC25-858A96CEFAEA}"/>
              </a:ext>
            </a:extLst>
          </p:cNvPr>
          <p:cNvSpPr/>
          <p:nvPr userDrawn="1"/>
        </p:nvSpPr>
        <p:spPr>
          <a:xfrm>
            <a:off x="2329883" y="4213271"/>
            <a:ext cx="613183" cy="308469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400" b="0" i="0" u="none" strike="noStrike" kern="1200" cap="none" spc="0" normalizeH="0" baseline="0" noProof="0" dirty="0">
              <a:ln w="0"/>
              <a:solidFill>
                <a:srgbClr val="F66F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2048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ilighe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jdelijke aanduiding voor tekst 2">
            <a:extLst>
              <a:ext uri="{FF2B5EF4-FFF2-40B4-BE49-F238E27FC236}">
                <a16:creationId xmlns:a16="http://schemas.microsoft.com/office/drawing/2014/main" id="{F937584C-0CFF-0934-6EDA-A6E57FA7A6E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41116" y="100013"/>
            <a:ext cx="8087184" cy="779462"/>
          </a:xfrm>
        </p:spPr>
        <p:txBody>
          <a:bodyPr anchor="ctr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</a:lstStyle>
          <a:p>
            <a:pPr lvl="0"/>
            <a:r>
              <a:rPr lang="nl-BE" dirty="0"/>
              <a:t>Klik om titel te bewerken</a:t>
            </a:r>
            <a:endParaRPr lang="nl-NL" dirty="0"/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62145AF4-ED74-4635-B205-F823D38E89F7}"/>
              </a:ext>
            </a:extLst>
          </p:cNvPr>
          <p:cNvSpPr/>
          <p:nvPr/>
        </p:nvSpPr>
        <p:spPr>
          <a:xfrm>
            <a:off x="89181" y="2097520"/>
            <a:ext cx="5861892" cy="4316400"/>
          </a:xfrm>
          <a:prstGeom prst="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DD04D61C-FC5A-4C29-ABD8-3B22E01E0EE6}"/>
              </a:ext>
            </a:extLst>
          </p:cNvPr>
          <p:cNvSpPr/>
          <p:nvPr/>
        </p:nvSpPr>
        <p:spPr>
          <a:xfrm>
            <a:off x="86007" y="1350020"/>
            <a:ext cx="5861892" cy="604800"/>
          </a:xfrm>
          <a:prstGeom prst="rect">
            <a:avLst/>
          </a:prstGeom>
          <a:ln w="38100">
            <a:solidFill>
              <a:schemeClr val="tx2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1649DF6E-F480-4035-8BEE-2FD3800488B2}"/>
              </a:ext>
            </a:extLst>
          </p:cNvPr>
          <p:cNvSpPr/>
          <p:nvPr/>
        </p:nvSpPr>
        <p:spPr>
          <a:xfrm>
            <a:off x="6233308" y="2096038"/>
            <a:ext cx="5861892" cy="4316400"/>
          </a:xfrm>
          <a:prstGeom prst="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157347A6-58EE-427E-97CE-3CC878093060}"/>
              </a:ext>
            </a:extLst>
          </p:cNvPr>
          <p:cNvSpPr/>
          <p:nvPr/>
        </p:nvSpPr>
        <p:spPr>
          <a:xfrm>
            <a:off x="6230134" y="1348538"/>
            <a:ext cx="5861892" cy="604800"/>
          </a:xfrm>
          <a:prstGeom prst="rect">
            <a:avLst/>
          </a:prstGeom>
          <a:ln w="38100">
            <a:solidFill>
              <a:schemeClr val="tx2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112735BF-1DB4-4B8A-80DD-531587C15189}"/>
              </a:ext>
            </a:extLst>
          </p:cNvPr>
          <p:cNvSpPr txBox="1"/>
          <p:nvPr/>
        </p:nvSpPr>
        <p:spPr>
          <a:xfrm>
            <a:off x="6286500" y="1358848"/>
            <a:ext cx="3442925" cy="523220"/>
          </a:xfrm>
          <a:prstGeom prst="rect">
            <a:avLst/>
          </a:prstGeom>
          <a:ln>
            <a:noFill/>
          </a:ln>
        </p:spPr>
        <p:txBody>
          <a:bodyPr vert="horz" wrap="none" lIns="36000" tIns="45720" rIns="91440" bIns="45720" rtlCol="0">
            <a:spAutoFit/>
          </a:bodyPr>
          <a:lstStyle/>
          <a:p>
            <a:pPr>
              <a:buNone/>
            </a:pPr>
            <a:r>
              <a:rPr lang="nl-BE" sz="2800" dirty="0">
                <a:solidFill>
                  <a:schemeClr val="tx2"/>
                </a:solidFill>
              </a:rPr>
              <a:t>Attention points </a:t>
            </a:r>
            <a:r>
              <a:rPr lang="nl-BE" sz="2800" dirty="0" err="1">
                <a:solidFill>
                  <a:schemeClr val="tx2"/>
                </a:solidFill>
              </a:rPr>
              <a:t>safety</a:t>
            </a:r>
            <a:endParaRPr lang="nl-NL" sz="2800" dirty="0" err="1">
              <a:solidFill>
                <a:schemeClr val="tx2"/>
              </a:solidFill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7A657A98-A7FE-462B-91D7-64FB28DD34EC}"/>
              </a:ext>
            </a:extLst>
          </p:cNvPr>
          <p:cNvSpPr txBox="1"/>
          <p:nvPr/>
        </p:nvSpPr>
        <p:spPr>
          <a:xfrm>
            <a:off x="147026" y="1374088"/>
            <a:ext cx="2308961" cy="523220"/>
          </a:xfrm>
          <a:prstGeom prst="rect">
            <a:avLst/>
          </a:prstGeom>
          <a:ln>
            <a:noFill/>
          </a:ln>
        </p:spPr>
        <p:txBody>
          <a:bodyPr vert="horz" wrap="none" lIns="36000" tIns="45720" rIns="91440" bIns="45720" rtlCol="0">
            <a:spAutoFit/>
          </a:bodyPr>
          <a:lstStyle/>
          <a:p>
            <a:pPr>
              <a:buNone/>
            </a:pPr>
            <a:r>
              <a:rPr lang="nl-BE" sz="2800" dirty="0" err="1">
                <a:solidFill>
                  <a:schemeClr val="tx2"/>
                </a:solidFill>
              </a:rPr>
              <a:t>Required</a:t>
            </a:r>
            <a:r>
              <a:rPr lang="nl-BE" sz="2800" dirty="0">
                <a:solidFill>
                  <a:schemeClr val="tx2"/>
                </a:solidFill>
              </a:rPr>
              <a:t> </a:t>
            </a:r>
            <a:r>
              <a:rPr lang="nl-BE" sz="2800" dirty="0" err="1">
                <a:solidFill>
                  <a:schemeClr val="tx2"/>
                </a:solidFill>
              </a:rPr>
              <a:t>PPEs</a:t>
            </a:r>
            <a:r>
              <a:rPr lang="nl-BE" sz="2800" dirty="0">
                <a:solidFill>
                  <a:schemeClr val="tx2"/>
                </a:solidFill>
              </a:rPr>
              <a:t>:</a:t>
            </a:r>
            <a:endParaRPr lang="nl-NL" sz="2800" dirty="0" err="1">
              <a:solidFill>
                <a:schemeClr val="tx2"/>
              </a:solidFill>
            </a:endParaRP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D5111BFA-9671-44E0-BC68-F9B48BB17444}"/>
              </a:ext>
            </a:extLst>
          </p:cNvPr>
          <p:cNvSpPr/>
          <p:nvPr/>
        </p:nvSpPr>
        <p:spPr>
          <a:xfrm>
            <a:off x="7979980" y="250558"/>
            <a:ext cx="2362200" cy="461665"/>
          </a:xfrm>
          <a:prstGeom prst="rect">
            <a:avLst/>
          </a:prstGeom>
          <a:solidFill>
            <a:srgbClr val="FFFF00"/>
          </a:solidFill>
          <a:ln w="762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nl-BE" sz="2400" b="1" dirty="0"/>
              <a:t>Safety</a:t>
            </a:r>
            <a:endParaRPr lang="nl-NL" sz="2400" b="1" dirty="0"/>
          </a:p>
        </p:txBody>
      </p:sp>
      <p:sp>
        <p:nvSpPr>
          <p:cNvPr id="45" name="Tijdelijke aanduiding voor inhoud 44">
            <a:extLst>
              <a:ext uri="{FF2B5EF4-FFF2-40B4-BE49-F238E27FC236}">
                <a16:creationId xmlns:a16="http://schemas.microsoft.com/office/drawing/2014/main" id="{67EE1349-272B-42CD-83CB-7E10101CCB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7638" y="2189163"/>
            <a:ext cx="5737225" cy="4167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7" name="Tijdelijke aanduiding voor inhoud 44">
            <a:extLst>
              <a:ext uri="{FF2B5EF4-FFF2-40B4-BE49-F238E27FC236}">
                <a16:creationId xmlns:a16="http://schemas.microsoft.com/office/drawing/2014/main" id="{CA5B7A5D-FF1C-4928-B678-8FF9A2C69A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7137" y="2189163"/>
            <a:ext cx="5737225" cy="4167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Rechthoek 86">
            <a:extLst>
              <a:ext uri="{FF2B5EF4-FFF2-40B4-BE49-F238E27FC236}">
                <a16:creationId xmlns:a16="http://schemas.microsoft.com/office/drawing/2014/main" id="{D5C87FFB-85F5-F88A-7D8B-C829C2733142}"/>
              </a:ext>
            </a:extLst>
          </p:cNvPr>
          <p:cNvSpPr/>
          <p:nvPr userDrawn="1"/>
        </p:nvSpPr>
        <p:spPr>
          <a:xfrm>
            <a:off x="88461" y="875034"/>
            <a:ext cx="10440000" cy="342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4" name="Tekstvak 93">
            <a:extLst>
              <a:ext uri="{FF2B5EF4-FFF2-40B4-BE49-F238E27FC236}">
                <a16:creationId xmlns:a16="http://schemas.microsoft.com/office/drawing/2014/main" id="{40A65857-27BA-8CDE-BE4D-A61D43B3D841}"/>
              </a:ext>
            </a:extLst>
          </p:cNvPr>
          <p:cNvSpPr txBox="1"/>
          <p:nvPr userDrawn="1"/>
        </p:nvSpPr>
        <p:spPr>
          <a:xfrm>
            <a:off x="121402" y="881788"/>
            <a:ext cx="2162619" cy="338554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1600" b="1" dirty="0"/>
              <a:t>Date:</a:t>
            </a:r>
            <a:endParaRPr lang="nl-NL" sz="1600" b="1" dirty="0" err="1"/>
          </a:p>
        </p:txBody>
      </p:sp>
      <p:sp>
        <p:nvSpPr>
          <p:cNvPr id="5" name="Tijdelijke aanduiding voor datum 3">
            <a:extLst>
              <a:ext uri="{FF2B5EF4-FFF2-40B4-BE49-F238E27FC236}">
                <a16:creationId xmlns:a16="http://schemas.microsoft.com/office/drawing/2014/main" id="{5252D07C-D8CB-89F1-F90C-C95345540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9266" y="862924"/>
            <a:ext cx="27189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BE"/>
              <a:t>19/10/2022</a:t>
            </a:r>
            <a:endParaRPr lang="nl-NL" dirty="0"/>
          </a:p>
        </p:txBody>
      </p:sp>
      <p:sp>
        <p:nvSpPr>
          <p:cNvPr id="6" name="Rechthoek 89">
            <a:extLst>
              <a:ext uri="{FF2B5EF4-FFF2-40B4-BE49-F238E27FC236}">
                <a16:creationId xmlns:a16="http://schemas.microsoft.com/office/drawing/2014/main" id="{97A5B6C3-F8B8-172B-1D19-96EE34B41370}"/>
              </a:ext>
            </a:extLst>
          </p:cNvPr>
          <p:cNvSpPr/>
          <p:nvPr userDrawn="1"/>
        </p:nvSpPr>
        <p:spPr>
          <a:xfrm>
            <a:off x="88461" y="875034"/>
            <a:ext cx="5859437" cy="342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10" name="Tijdelijke aanduiding voor voettekst 4">
            <a:extLst>
              <a:ext uri="{FF2B5EF4-FFF2-40B4-BE49-F238E27FC236}">
                <a16:creationId xmlns:a16="http://schemas.microsoft.com/office/drawing/2014/main" id="{59CB866E-1C08-9087-F166-762E2A19A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38681" y="852332"/>
            <a:ext cx="36897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nl-NL"/>
              <a:t>V0.1</a:t>
            </a:r>
            <a:endParaRPr lang="nl-NL" dirty="0"/>
          </a:p>
        </p:txBody>
      </p:sp>
      <p:sp>
        <p:nvSpPr>
          <p:cNvPr id="11" name="Tijdelijke aanduiding voor voettekst 5">
            <a:extLst>
              <a:ext uri="{FF2B5EF4-FFF2-40B4-BE49-F238E27FC236}">
                <a16:creationId xmlns:a16="http://schemas.microsoft.com/office/drawing/2014/main" id="{B6762865-C579-5CFD-5A54-6BE5E2F3182F}"/>
              </a:ext>
            </a:extLst>
          </p:cNvPr>
          <p:cNvSpPr txBox="1">
            <a:spLocks/>
          </p:cNvSpPr>
          <p:nvPr userDrawn="1"/>
        </p:nvSpPr>
        <p:spPr>
          <a:xfrm>
            <a:off x="6509487" y="86347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800" b="1" dirty="0">
              <a:solidFill>
                <a:schemeClr val="tx1"/>
              </a:solidFill>
            </a:endParaRPr>
          </a:p>
        </p:txBody>
      </p:sp>
      <p:sp>
        <p:nvSpPr>
          <p:cNvPr id="12" name="Rechthoek 84">
            <a:extLst>
              <a:ext uri="{FF2B5EF4-FFF2-40B4-BE49-F238E27FC236}">
                <a16:creationId xmlns:a16="http://schemas.microsoft.com/office/drawing/2014/main" id="{E488D220-FAAD-7050-641E-92D110B4C24F}"/>
              </a:ext>
            </a:extLst>
          </p:cNvPr>
          <p:cNvSpPr/>
          <p:nvPr userDrawn="1"/>
        </p:nvSpPr>
        <p:spPr>
          <a:xfrm>
            <a:off x="88461" y="99483"/>
            <a:ext cx="12015078" cy="1116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13" name="Rechthoek 88">
            <a:extLst>
              <a:ext uri="{FF2B5EF4-FFF2-40B4-BE49-F238E27FC236}">
                <a16:creationId xmlns:a16="http://schemas.microsoft.com/office/drawing/2014/main" id="{C453ED74-3493-A07F-1026-2630CCA2C5F5}"/>
              </a:ext>
            </a:extLst>
          </p:cNvPr>
          <p:cNvSpPr/>
          <p:nvPr userDrawn="1"/>
        </p:nvSpPr>
        <p:spPr>
          <a:xfrm>
            <a:off x="10528461" y="99484"/>
            <a:ext cx="1575078" cy="1116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14" name="Tekstvak 91">
            <a:extLst>
              <a:ext uri="{FF2B5EF4-FFF2-40B4-BE49-F238E27FC236}">
                <a16:creationId xmlns:a16="http://schemas.microsoft.com/office/drawing/2014/main" id="{2D0E34DD-3F82-B765-ACC6-6CF6BEA7D665}"/>
              </a:ext>
            </a:extLst>
          </p:cNvPr>
          <p:cNvSpPr txBox="1"/>
          <p:nvPr userDrawn="1"/>
        </p:nvSpPr>
        <p:spPr>
          <a:xfrm>
            <a:off x="117640" y="258747"/>
            <a:ext cx="2373813" cy="461665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2400" b="1" dirty="0" err="1"/>
              <a:t>Work</a:t>
            </a:r>
            <a:r>
              <a:rPr lang="nl-BE" sz="2400" b="1" dirty="0"/>
              <a:t> </a:t>
            </a:r>
            <a:r>
              <a:rPr lang="nl-BE" sz="2400" b="1" dirty="0" err="1"/>
              <a:t>instruction</a:t>
            </a:r>
            <a:r>
              <a:rPr lang="nl-BE" sz="2400" b="1" dirty="0"/>
              <a:t>:</a:t>
            </a:r>
            <a:endParaRPr lang="nl-NL" sz="2400" b="1" dirty="0" err="1"/>
          </a:p>
        </p:txBody>
      </p:sp>
      <p:sp>
        <p:nvSpPr>
          <p:cNvPr id="23" name="Tekstvak 94">
            <a:extLst>
              <a:ext uri="{FF2B5EF4-FFF2-40B4-BE49-F238E27FC236}">
                <a16:creationId xmlns:a16="http://schemas.microsoft.com/office/drawing/2014/main" id="{710FB726-DC15-D236-69F0-43280CA4254E}"/>
              </a:ext>
            </a:extLst>
          </p:cNvPr>
          <p:cNvSpPr txBox="1"/>
          <p:nvPr userDrawn="1"/>
        </p:nvSpPr>
        <p:spPr>
          <a:xfrm>
            <a:off x="5983658" y="881789"/>
            <a:ext cx="2703144" cy="338554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1600" b="1" dirty="0"/>
              <a:t>Version:</a:t>
            </a:r>
            <a:endParaRPr lang="nl-NL" sz="1600" b="1" dirty="0" err="1"/>
          </a:p>
        </p:txBody>
      </p:sp>
      <p:pic>
        <p:nvPicPr>
          <p:cNvPr id="25" name="Picture 2" descr="Flanders Make">
            <a:extLst>
              <a:ext uri="{FF2B5EF4-FFF2-40B4-BE49-F238E27FC236}">
                <a16:creationId xmlns:a16="http://schemas.microsoft.com/office/drawing/2014/main" id="{A2B6E4FF-8204-6D2D-E2AC-EE1826D789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5143" y="164844"/>
            <a:ext cx="1475455" cy="9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47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reedschappen en onderde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62145AF4-ED74-4635-B205-F823D38E89F7}"/>
              </a:ext>
            </a:extLst>
          </p:cNvPr>
          <p:cNvSpPr/>
          <p:nvPr/>
        </p:nvSpPr>
        <p:spPr>
          <a:xfrm>
            <a:off x="89181" y="2097520"/>
            <a:ext cx="5861892" cy="4316400"/>
          </a:xfrm>
          <a:prstGeom prst="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DD04D61C-FC5A-4C29-ABD8-3B22E01E0EE6}"/>
              </a:ext>
            </a:extLst>
          </p:cNvPr>
          <p:cNvSpPr/>
          <p:nvPr/>
        </p:nvSpPr>
        <p:spPr>
          <a:xfrm>
            <a:off x="86007" y="1350020"/>
            <a:ext cx="5861892" cy="604800"/>
          </a:xfrm>
          <a:prstGeom prst="rect">
            <a:avLst/>
          </a:prstGeom>
          <a:ln w="38100">
            <a:solidFill>
              <a:schemeClr val="tx2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1649DF6E-F480-4035-8BEE-2FD3800488B2}"/>
              </a:ext>
            </a:extLst>
          </p:cNvPr>
          <p:cNvSpPr/>
          <p:nvPr/>
        </p:nvSpPr>
        <p:spPr>
          <a:xfrm>
            <a:off x="6233308" y="2096038"/>
            <a:ext cx="5861892" cy="4316400"/>
          </a:xfrm>
          <a:prstGeom prst="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157347A6-58EE-427E-97CE-3CC878093060}"/>
              </a:ext>
            </a:extLst>
          </p:cNvPr>
          <p:cNvSpPr/>
          <p:nvPr/>
        </p:nvSpPr>
        <p:spPr>
          <a:xfrm>
            <a:off x="6230134" y="1348538"/>
            <a:ext cx="5861892" cy="604800"/>
          </a:xfrm>
          <a:prstGeom prst="rect">
            <a:avLst/>
          </a:prstGeom>
          <a:ln w="38100">
            <a:solidFill>
              <a:schemeClr val="tx2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112735BF-1DB4-4B8A-80DD-531587C15189}"/>
              </a:ext>
            </a:extLst>
          </p:cNvPr>
          <p:cNvSpPr txBox="1"/>
          <p:nvPr/>
        </p:nvSpPr>
        <p:spPr>
          <a:xfrm>
            <a:off x="6286500" y="1358848"/>
            <a:ext cx="2368272" cy="523220"/>
          </a:xfrm>
          <a:prstGeom prst="rect">
            <a:avLst/>
          </a:prstGeom>
          <a:ln>
            <a:noFill/>
          </a:ln>
        </p:spPr>
        <p:txBody>
          <a:bodyPr vert="horz" wrap="none" lIns="36000" tIns="45720" rIns="91440" bIns="45720" rtlCol="0">
            <a:spAutoFit/>
          </a:bodyPr>
          <a:lstStyle/>
          <a:p>
            <a:pPr>
              <a:buNone/>
            </a:pPr>
            <a:r>
              <a:rPr lang="nl-BE" sz="2800" dirty="0" err="1">
                <a:solidFill>
                  <a:schemeClr val="tx1"/>
                </a:solidFill>
              </a:rPr>
              <a:t>Required</a:t>
            </a:r>
            <a:r>
              <a:rPr lang="nl-BE" sz="2800" dirty="0">
                <a:solidFill>
                  <a:schemeClr val="tx1"/>
                </a:solidFill>
              </a:rPr>
              <a:t> </a:t>
            </a:r>
            <a:r>
              <a:rPr lang="nl-BE" sz="2800" dirty="0" err="1">
                <a:solidFill>
                  <a:schemeClr val="tx1"/>
                </a:solidFill>
              </a:rPr>
              <a:t>parts</a:t>
            </a:r>
            <a:r>
              <a:rPr lang="nl-BE" sz="2800" dirty="0">
                <a:solidFill>
                  <a:schemeClr val="tx1"/>
                </a:solidFill>
              </a:rPr>
              <a:t>:</a:t>
            </a:r>
            <a:endParaRPr lang="nl-NL" sz="2800" dirty="0" err="1">
              <a:solidFill>
                <a:schemeClr val="tx1"/>
              </a:solidFill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7A657A98-A7FE-462B-91D7-64FB28DD34EC}"/>
              </a:ext>
            </a:extLst>
          </p:cNvPr>
          <p:cNvSpPr txBox="1"/>
          <p:nvPr/>
        </p:nvSpPr>
        <p:spPr>
          <a:xfrm>
            <a:off x="147026" y="1374088"/>
            <a:ext cx="2339098" cy="523220"/>
          </a:xfrm>
          <a:prstGeom prst="rect">
            <a:avLst/>
          </a:prstGeom>
          <a:ln>
            <a:noFill/>
          </a:ln>
        </p:spPr>
        <p:txBody>
          <a:bodyPr vert="horz" wrap="none" lIns="36000" tIns="45720" rIns="91440" bIns="45720" rtlCol="0">
            <a:spAutoFit/>
          </a:bodyPr>
          <a:lstStyle/>
          <a:p>
            <a:pPr>
              <a:buNone/>
            </a:pPr>
            <a:r>
              <a:rPr lang="nl-BE" sz="2800" dirty="0" err="1">
                <a:solidFill>
                  <a:schemeClr val="tx1"/>
                </a:solidFill>
              </a:rPr>
              <a:t>Required</a:t>
            </a:r>
            <a:r>
              <a:rPr lang="nl-BE" sz="2800" dirty="0">
                <a:solidFill>
                  <a:schemeClr val="tx1"/>
                </a:solidFill>
              </a:rPr>
              <a:t> tools:</a:t>
            </a:r>
            <a:endParaRPr lang="nl-NL" sz="2800" dirty="0" err="1">
              <a:solidFill>
                <a:schemeClr val="tx1"/>
              </a:solidFill>
            </a:endParaRPr>
          </a:p>
        </p:txBody>
      </p:sp>
      <p:sp>
        <p:nvSpPr>
          <p:cNvPr id="40" name="Tijdelijke aanduiding voor inhoud 44">
            <a:extLst>
              <a:ext uri="{FF2B5EF4-FFF2-40B4-BE49-F238E27FC236}">
                <a16:creationId xmlns:a16="http://schemas.microsoft.com/office/drawing/2014/main" id="{A34E2603-E1B6-4A9B-80FB-46714A6FB1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7638" y="2189163"/>
            <a:ext cx="5737225" cy="4167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1" name="Tijdelijke aanduiding voor inhoud 44">
            <a:extLst>
              <a:ext uri="{FF2B5EF4-FFF2-40B4-BE49-F238E27FC236}">
                <a16:creationId xmlns:a16="http://schemas.microsoft.com/office/drawing/2014/main" id="{3671A124-3D2B-4E16-A953-8B7902F3D65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7137" y="2189163"/>
            <a:ext cx="5737225" cy="4167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4" name="Tijdelijke aanduiding voor tekst 2">
            <a:extLst>
              <a:ext uri="{FF2B5EF4-FFF2-40B4-BE49-F238E27FC236}">
                <a16:creationId xmlns:a16="http://schemas.microsoft.com/office/drawing/2014/main" id="{19FD8D29-FD4B-1667-3EB4-C055879E409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41116" y="100013"/>
            <a:ext cx="8087184" cy="779462"/>
          </a:xfrm>
        </p:spPr>
        <p:txBody>
          <a:bodyPr anchor="ctr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</a:lstStyle>
          <a:p>
            <a:pPr lvl="0"/>
            <a:r>
              <a:rPr lang="nl-BE" dirty="0"/>
              <a:t>Klik om titel te bewerken</a:t>
            </a:r>
            <a:endParaRPr lang="nl-NL" dirty="0"/>
          </a:p>
        </p:txBody>
      </p:sp>
      <p:sp>
        <p:nvSpPr>
          <p:cNvPr id="37" name="Rechthoek 86">
            <a:extLst>
              <a:ext uri="{FF2B5EF4-FFF2-40B4-BE49-F238E27FC236}">
                <a16:creationId xmlns:a16="http://schemas.microsoft.com/office/drawing/2014/main" id="{F7D3A83B-C93D-20DC-EFD7-87051D28445E}"/>
              </a:ext>
            </a:extLst>
          </p:cNvPr>
          <p:cNvSpPr/>
          <p:nvPr userDrawn="1"/>
        </p:nvSpPr>
        <p:spPr>
          <a:xfrm>
            <a:off x="88461" y="875034"/>
            <a:ext cx="10440000" cy="342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38" name="Tekstvak 93">
            <a:extLst>
              <a:ext uri="{FF2B5EF4-FFF2-40B4-BE49-F238E27FC236}">
                <a16:creationId xmlns:a16="http://schemas.microsoft.com/office/drawing/2014/main" id="{F216150A-C1F4-7777-A591-618FD3AC457E}"/>
              </a:ext>
            </a:extLst>
          </p:cNvPr>
          <p:cNvSpPr txBox="1"/>
          <p:nvPr userDrawn="1"/>
        </p:nvSpPr>
        <p:spPr>
          <a:xfrm>
            <a:off x="121402" y="881788"/>
            <a:ext cx="2162619" cy="338554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1600" b="1" dirty="0"/>
              <a:t>Date:</a:t>
            </a:r>
            <a:endParaRPr lang="nl-NL" sz="1600" b="1" dirty="0" err="1"/>
          </a:p>
        </p:txBody>
      </p:sp>
      <p:sp>
        <p:nvSpPr>
          <p:cNvPr id="39" name="Tijdelijke aanduiding voor datum 3">
            <a:extLst>
              <a:ext uri="{FF2B5EF4-FFF2-40B4-BE49-F238E27FC236}">
                <a16:creationId xmlns:a16="http://schemas.microsoft.com/office/drawing/2014/main" id="{53514E1A-2CB3-D7DB-85B8-A566AD7AA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9266" y="862924"/>
            <a:ext cx="27189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BE"/>
              <a:t>19/10/2022</a:t>
            </a:r>
            <a:endParaRPr lang="nl-NL" dirty="0"/>
          </a:p>
        </p:txBody>
      </p:sp>
      <p:sp>
        <p:nvSpPr>
          <p:cNvPr id="42" name="Rechthoek 89">
            <a:extLst>
              <a:ext uri="{FF2B5EF4-FFF2-40B4-BE49-F238E27FC236}">
                <a16:creationId xmlns:a16="http://schemas.microsoft.com/office/drawing/2014/main" id="{21435F93-4B30-9D56-0426-2181C0C0C9CE}"/>
              </a:ext>
            </a:extLst>
          </p:cNvPr>
          <p:cNvSpPr/>
          <p:nvPr userDrawn="1"/>
        </p:nvSpPr>
        <p:spPr>
          <a:xfrm>
            <a:off x="88461" y="875034"/>
            <a:ext cx="5859437" cy="342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43" name="Tijdelijke aanduiding voor voettekst 4">
            <a:extLst>
              <a:ext uri="{FF2B5EF4-FFF2-40B4-BE49-F238E27FC236}">
                <a16:creationId xmlns:a16="http://schemas.microsoft.com/office/drawing/2014/main" id="{C3896F0A-2C0C-84BE-3CAC-447EEA566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38681" y="852332"/>
            <a:ext cx="36897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nl-NL"/>
              <a:t>V0.1</a:t>
            </a:r>
            <a:endParaRPr lang="nl-NL" dirty="0"/>
          </a:p>
        </p:txBody>
      </p:sp>
      <p:sp>
        <p:nvSpPr>
          <p:cNvPr id="44" name="Tijdelijke aanduiding voor voettekst 5">
            <a:extLst>
              <a:ext uri="{FF2B5EF4-FFF2-40B4-BE49-F238E27FC236}">
                <a16:creationId xmlns:a16="http://schemas.microsoft.com/office/drawing/2014/main" id="{4A54B820-34AA-BD06-B6BB-605F55DFBAB3}"/>
              </a:ext>
            </a:extLst>
          </p:cNvPr>
          <p:cNvSpPr txBox="1">
            <a:spLocks/>
          </p:cNvSpPr>
          <p:nvPr userDrawn="1"/>
        </p:nvSpPr>
        <p:spPr>
          <a:xfrm>
            <a:off x="6509487" y="86347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800" b="1" dirty="0">
              <a:solidFill>
                <a:schemeClr val="tx1"/>
              </a:solidFill>
            </a:endParaRPr>
          </a:p>
        </p:txBody>
      </p:sp>
      <p:sp>
        <p:nvSpPr>
          <p:cNvPr id="45" name="Rechthoek 84">
            <a:extLst>
              <a:ext uri="{FF2B5EF4-FFF2-40B4-BE49-F238E27FC236}">
                <a16:creationId xmlns:a16="http://schemas.microsoft.com/office/drawing/2014/main" id="{30A83431-3F9F-22FC-100A-DCD74EA42EF5}"/>
              </a:ext>
            </a:extLst>
          </p:cNvPr>
          <p:cNvSpPr/>
          <p:nvPr userDrawn="1"/>
        </p:nvSpPr>
        <p:spPr>
          <a:xfrm>
            <a:off x="88461" y="99483"/>
            <a:ext cx="12015078" cy="1116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46" name="Rechthoek 88">
            <a:extLst>
              <a:ext uri="{FF2B5EF4-FFF2-40B4-BE49-F238E27FC236}">
                <a16:creationId xmlns:a16="http://schemas.microsoft.com/office/drawing/2014/main" id="{E4791E37-DD84-C955-B6E0-0B00493DA814}"/>
              </a:ext>
            </a:extLst>
          </p:cNvPr>
          <p:cNvSpPr/>
          <p:nvPr userDrawn="1"/>
        </p:nvSpPr>
        <p:spPr>
          <a:xfrm>
            <a:off x="10528461" y="99484"/>
            <a:ext cx="1575078" cy="111600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47" name="Tekstvak 91">
            <a:extLst>
              <a:ext uri="{FF2B5EF4-FFF2-40B4-BE49-F238E27FC236}">
                <a16:creationId xmlns:a16="http://schemas.microsoft.com/office/drawing/2014/main" id="{E7D7349F-60D4-5143-B133-2168FC60BD7D}"/>
              </a:ext>
            </a:extLst>
          </p:cNvPr>
          <p:cNvSpPr txBox="1"/>
          <p:nvPr userDrawn="1"/>
        </p:nvSpPr>
        <p:spPr>
          <a:xfrm>
            <a:off x="117640" y="258747"/>
            <a:ext cx="2373813" cy="461665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2400" b="1" dirty="0" err="1"/>
              <a:t>Work</a:t>
            </a:r>
            <a:r>
              <a:rPr lang="nl-BE" sz="2400" b="1" dirty="0"/>
              <a:t> </a:t>
            </a:r>
            <a:r>
              <a:rPr lang="nl-BE" sz="2400" b="1" dirty="0" err="1"/>
              <a:t>instruction</a:t>
            </a:r>
            <a:r>
              <a:rPr lang="nl-BE" sz="2400" b="1" dirty="0"/>
              <a:t>:</a:t>
            </a:r>
            <a:endParaRPr lang="nl-NL" sz="2400" b="1" dirty="0" err="1"/>
          </a:p>
        </p:txBody>
      </p:sp>
      <p:sp>
        <p:nvSpPr>
          <p:cNvPr id="48" name="Tekstvak 94">
            <a:extLst>
              <a:ext uri="{FF2B5EF4-FFF2-40B4-BE49-F238E27FC236}">
                <a16:creationId xmlns:a16="http://schemas.microsoft.com/office/drawing/2014/main" id="{6EFF5270-C5B4-6C98-0E9E-46E2A014021B}"/>
              </a:ext>
            </a:extLst>
          </p:cNvPr>
          <p:cNvSpPr txBox="1"/>
          <p:nvPr userDrawn="1"/>
        </p:nvSpPr>
        <p:spPr>
          <a:xfrm>
            <a:off x="5983658" y="881789"/>
            <a:ext cx="2703144" cy="338554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1600" b="1" dirty="0"/>
              <a:t>Version:</a:t>
            </a:r>
            <a:endParaRPr lang="nl-NL" sz="1600" b="1" dirty="0" err="1"/>
          </a:p>
        </p:txBody>
      </p:sp>
      <p:pic>
        <p:nvPicPr>
          <p:cNvPr id="49" name="Picture 2" descr="Flanders Make">
            <a:extLst>
              <a:ext uri="{FF2B5EF4-FFF2-40B4-BE49-F238E27FC236}">
                <a16:creationId xmlns:a16="http://schemas.microsoft.com/office/drawing/2014/main" id="{17299EB4-7D06-E559-E1F8-009E570BBF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5143" y="164844"/>
            <a:ext cx="1475455" cy="9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621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structiest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83 3d Man With A Green Check Mark Stock Photos, Pictures &amp;amp; Royalty-Free  Images - iStock">
            <a:extLst>
              <a:ext uri="{FF2B5EF4-FFF2-40B4-BE49-F238E27FC236}">
                <a16:creationId xmlns:a16="http://schemas.microsoft.com/office/drawing/2014/main" id="{6E553EF5-982C-4774-B5E4-050FC9761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391" y="5413250"/>
            <a:ext cx="1264339" cy="94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86D32C8D-6ABB-47C5-8C26-557C02B5732E}"/>
              </a:ext>
            </a:extLst>
          </p:cNvPr>
          <p:cNvSpPr/>
          <p:nvPr/>
        </p:nvSpPr>
        <p:spPr>
          <a:xfrm>
            <a:off x="88461" y="99483"/>
            <a:ext cx="4807127" cy="353438"/>
          </a:xfrm>
          <a:prstGeom prst="rect">
            <a:avLst/>
          </a:prstGeom>
          <a:ln w="38100">
            <a:solidFill>
              <a:srgbClr val="005495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C2499E9F-190E-48ED-833B-5D836D880F14}"/>
              </a:ext>
            </a:extLst>
          </p:cNvPr>
          <p:cNvSpPr/>
          <p:nvPr/>
        </p:nvSpPr>
        <p:spPr>
          <a:xfrm>
            <a:off x="5075166" y="92921"/>
            <a:ext cx="7023978" cy="353438"/>
          </a:xfrm>
          <a:prstGeom prst="rect">
            <a:avLst/>
          </a:prstGeom>
          <a:ln w="38100">
            <a:solidFill>
              <a:srgbClr val="005495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111AB6D8-6378-4E34-BD77-4E12FE1EB970}"/>
              </a:ext>
            </a:extLst>
          </p:cNvPr>
          <p:cNvSpPr/>
          <p:nvPr/>
        </p:nvSpPr>
        <p:spPr>
          <a:xfrm>
            <a:off x="9262859" y="603460"/>
            <a:ext cx="2836800" cy="5814000"/>
          </a:xfrm>
          <a:prstGeom prst="rect">
            <a:avLst/>
          </a:prstGeom>
          <a:ln w="38100">
            <a:solidFill>
              <a:schemeClr val="accent5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9A51E869-8AC5-4998-B7BF-A573AC617DF3}"/>
              </a:ext>
            </a:extLst>
          </p:cNvPr>
          <p:cNvSpPr/>
          <p:nvPr/>
        </p:nvSpPr>
        <p:spPr>
          <a:xfrm>
            <a:off x="80759" y="603460"/>
            <a:ext cx="8956800" cy="5814000"/>
          </a:xfrm>
          <a:prstGeom prst="rect">
            <a:avLst/>
          </a:prstGeom>
          <a:ln w="38100">
            <a:solidFill>
              <a:schemeClr val="tx2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B72F18F3-4409-443B-A89D-D1E37F23FFA9}"/>
              </a:ext>
            </a:extLst>
          </p:cNvPr>
          <p:cNvSpPr txBox="1"/>
          <p:nvPr/>
        </p:nvSpPr>
        <p:spPr>
          <a:xfrm>
            <a:off x="5138195" y="107730"/>
            <a:ext cx="4124664" cy="338554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1600" b="1" dirty="0"/>
              <a:t>Version:</a:t>
            </a:r>
            <a:endParaRPr lang="nl-NL" sz="1600" b="1" dirty="0" err="1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2DACADA0-2192-4DEF-981D-DDDFFCBA26EE}"/>
              </a:ext>
            </a:extLst>
          </p:cNvPr>
          <p:cNvSpPr txBox="1"/>
          <p:nvPr/>
        </p:nvSpPr>
        <p:spPr>
          <a:xfrm>
            <a:off x="144780" y="92921"/>
            <a:ext cx="1112224" cy="338554"/>
          </a:xfrm>
          <a:prstGeom prst="rect">
            <a:avLst/>
          </a:prstGeom>
          <a:ln>
            <a:noFill/>
          </a:ln>
        </p:spPr>
        <p:txBody>
          <a:bodyPr vert="horz" wrap="none" lIns="36000" tIns="45720" rIns="91440" bIns="45720" rtlCol="0">
            <a:spAutoFit/>
          </a:bodyPr>
          <a:lstStyle/>
          <a:p>
            <a:pPr algn="l">
              <a:buNone/>
            </a:pPr>
            <a:r>
              <a:rPr lang="nl-BE" sz="1600" b="1" dirty="0" err="1"/>
              <a:t>Instruction</a:t>
            </a:r>
            <a:r>
              <a:rPr lang="nl-BE" sz="1600" b="1" dirty="0"/>
              <a:t>:</a:t>
            </a:r>
            <a:endParaRPr lang="nl-NL" sz="1600" b="1" dirty="0" err="1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43D8E023-CA9C-445A-B40A-3E3359E81C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26749" y="107730"/>
            <a:ext cx="3768839" cy="3395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nl-NL" dirty="0"/>
              <a:t>Step …</a:t>
            </a:r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B304D3F2-C0D5-4AFE-9A35-6EA7A0E3EA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03200" y="711200"/>
            <a:ext cx="8720138" cy="5594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5" name="Tijdelijke aanduiding voor inhoud 14">
            <a:extLst>
              <a:ext uri="{FF2B5EF4-FFF2-40B4-BE49-F238E27FC236}">
                <a16:creationId xmlns:a16="http://schemas.microsoft.com/office/drawing/2014/main" id="{345C2AE8-E089-45E1-A0CA-A510AEA1712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56725" y="1755688"/>
            <a:ext cx="2632075" cy="45498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0FF1A0C9-C840-43E5-AD80-2A69DDC26EA8}"/>
              </a:ext>
            </a:extLst>
          </p:cNvPr>
          <p:cNvSpPr txBox="1"/>
          <p:nvPr/>
        </p:nvSpPr>
        <p:spPr>
          <a:xfrm>
            <a:off x="9347390" y="702521"/>
            <a:ext cx="2641409" cy="954107"/>
          </a:xfrm>
          <a:prstGeom prst="rect">
            <a:avLst/>
          </a:prstGeom>
          <a:ln>
            <a:noFill/>
          </a:ln>
        </p:spPr>
        <p:txBody>
          <a:bodyPr vert="horz" wrap="square" lIns="36000" tIns="45720" rIns="91440" bIns="45720" rtlCol="0">
            <a:spAutoFit/>
          </a:bodyPr>
          <a:lstStyle/>
          <a:p>
            <a:pPr algn="ctr">
              <a:buNone/>
            </a:pPr>
            <a:r>
              <a:rPr lang="nl-BE" sz="2800" b="1" u="sng" dirty="0" err="1">
                <a:solidFill>
                  <a:schemeClr val="accent5"/>
                </a:solidFill>
              </a:rPr>
              <a:t>Quality</a:t>
            </a:r>
            <a:r>
              <a:rPr lang="nl-BE" sz="2800" b="1" u="sng" dirty="0">
                <a:solidFill>
                  <a:schemeClr val="accent5"/>
                </a:solidFill>
              </a:rPr>
              <a:t> </a:t>
            </a:r>
            <a:r>
              <a:rPr lang="nl-BE" sz="2800" b="1" u="sng" dirty="0" err="1">
                <a:solidFill>
                  <a:schemeClr val="accent5"/>
                </a:solidFill>
              </a:rPr>
              <a:t>requirements</a:t>
            </a:r>
            <a:r>
              <a:rPr lang="nl-BE" sz="2000" b="1" u="sng" dirty="0">
                <a:solidFill>
                  <a:schemeClr val="accent5"/>
                </a:solidFill>
              </a:rPr>
              <a:t>:</a:t>
            </a:r>
            <a:endParaRPr lang="nl-NL" sz="2000" b="1" u="sng" dirty="0" err="1">
              <a:solidFill>
                <a:schemeClr val="accent5"/>
              </a:solidFill>
            </a:endParaRPr>
          </a:p>
        </p:txBody>
      </p:sp>
      <p:sp>
        <p:nvSpPr>
          <p:cNvPr id="17" name="Tijdelijke aanduiding voor voettekst 4">
            <a:extLst>
              <a:ext uri="{FF2B5EF4-FFF2-40B4-BE49-F238E27FC236}">
                <a16:creationId xmlns:a16="http://schemas.microsoft.com/office/drawing/2014/main" id="{258F3339-BFBB-4179-9A02-0F220E68B2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04560" y="87796"/>
            <a:ext cx="50600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nl-NL"/>
              <a:t>V0.1</a:t>
            </a:r>
            <a:endParaRPr lang="nl-NL" dirty="0"/>
          </a:p>
        </p:txBody>
      </p:sp>
      <p:pic>
        <p:nvPicPr>
          <p:cNvPr id="2" name="Picture 2" descr="Flanders Make">
            <a:extLst>
              <a:ext uri="{FF2B5EF4-FFF2-40B4-BE49-F238E27FC236}">
                <a16:creationId xmlns:a16="http://schemas.microsoft.com/office/drawing/2014/main" id="{1360C6D0-3FE5-1767-B2A3-5B15C20C1B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6628" y="111210"/>
            <a:ext cx="481072" cy="31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17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97CB5D8-312E-4176-A4AD-DDFB31E1A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3026C3-CE72-456E-BF07-1155C0B08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8882E90-2992-48DB-A1A1-791806890E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BE"/>
              <a:t>19/10/2022</a:t>
            </a:r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C4F9EDD-730A-423E-95C3-65A1B0BE8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/>
              <a:t>V0.1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B70F73-0A1D-422C-AB38-7ED0A56F6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56130-899D-47DA-B185-3DD90C89E1A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670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9E91C3F-6E7F-4E90-84F9-758FA6F89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7880" y="1474631"/>
            <a:ext cx="5665787" cy="906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Assembly procedure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linear</a:t>
            </a:r>
            <a:r>
              <a:rPr lang="nl-NL" dirty="0"/>
              <a:t> motor of </a:t>
            </a:r>
            <a:r>
              <a:rPr lang="nl-NL" dirty="0" err="1"/>
              <a:t>the</a:t>
            </a:r>
            <a:r>
              <a:rPr lang="nl-NL" dirty="0"/>
              <a:t> Smart </a:t>
            </a:r>
            <a:r>
              <a:rPr lang="nl-NL" dirty="0" err="1"/>
              <a:t>Clamp</a:t>
            </a:r>
            <a:r>
              <a:rPr lang="nl-NL" dirty="0"/>
              <a:t> module</a:t>
            </a:r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C1F29CE-7D44-4D19-B95E-F257FE4A03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Bart Van Doninck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B2E2C31-DA6A-4056-BA2D-CA168A01E6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 err="1"/>
              <a:t>FM_SmartClamp_LinMot_EN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2B5B73-3098-4AC9-88B9-34FB1C429A3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BE"/>
              <a:t>19/10/2022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ACC7761-1B9F-4295-AD29-953E2955F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/>
              <a:t>V0.1</a:t>
            </a:r>
          </a:p>
        </p:txBody>
      </p:sp>
      <p:pic>
        <p:nvPicPr>
          <p:cNvPr id="9" name="Content Placeholder 8" descr="A picture containing indoor, floor&#10;&#10;Description automatically generated">
            <a:extLst>
              <a:ext uri="{FF2B5EF4-FFF2-40B4-BE49-F238E27FC236}">
                <a16:creationId xmlns:a16="http://schemas.microsoft.com/office/drawing/2014/main" id="{9F817BC4-3824-1CA9-84EB-D82158C949F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86" b="12520"/>
          <a:stretch/>
        </p:blipFill>
        <p:spPr bwMode="auto">
          <a:xfrm>
            <a:off x="6313488" y="2527929"/>
            <a:ext cx="5721350" cy="27752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2031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9A050BCF-841C-45A2-91E1-725BDE6897A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None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5452828-867E-4466-BD86-17F6E31219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35252" y="2189163"/>
            <a:ext cx="4309110" cy="4167187"/>
          </a:xfrm>
        </p:spPr>
        <p:txBody>
          <a:bodyPr/>
          <a:lstStyle/>
          <a:p>
            <a:r>
              <a:rPr lang="nl-NL" b="1" dirty="0" err="1"/>
              <a:t>Magnetic</a:t>
            </a:r>
            <a:r>
              <a:rPr lang="nl-NL" b="1" dirty="0"/>
              <a:t> field</a:t>
            </a:r>
            <a:r>
              <a:rPr lang="nl-NL" dirty="0"/>
              <a:t> </a:t>
            </a:r>
            <a:br>
              <a:rPr lang="nl-NL" dirty="0"/>
            </a:br>
            <a:r>
              <a:rPr lang="nl-NL" dirty="0" err="1"/>
              <a:t>Magnets</a:t>
            </a:r>
            <a:r>
              <a:rPr lang="nl-NL" dirty="0"/>
              <a:t> </a:t>
            </a:r>
            <a:r>
              <a:rPr lang="nl-NL" dirty="0" err="1"/>
              <a:t>integrated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sliders</a:t>
            </a:r>
            <a:r>
              <a:rPr lang="nl-NL" dirty="0"/>
              <a:t> produce a strong </a:t>
            </a:r>
            <a:r>
              <a:rPr lang="nl-NL" dirty="0" err="1"/>
              <a:t>magnetic</a:t>
            </a:r>
            <a:r>
              <a:rPr lang="nl-NL" dirty="0"/>
              <a:t> field.</a:t>
            </a:r>
          </a:p>
          <a:p>
            <a:pPr marL="457200" lvl="1" indent="0">
              <a:buNone/>
            </a:pPr>
            <a:endParaRPr lang="nl-NL" dirty="0"/>
          </a:p>
          <a:p>
            <a:r>
              <a:rPr lang="nl-NL" b="1" dirty="0" err="1"/>
              <a:t>Contusions</a:t>
            </a:r>
            <a:r>
              <a:rPr lang="nl-NL" b="1" dirty="0"/>
              <a:t> / </a:t>
            </a:r>
            <a:r>
              <a:rPr lang="nl-NL" b="1" dirty="0" err="1"/>
              <a:t>Pinch</a:t>
            </a:r>
            <a:r>
              <a:rPr lang="nl-NL" b="1" dirty="0"/>
              <a:t> point</a:t>
            </a:r>
            <a:br>
              <a:rPr lang="nl-NL" b="1" dirty="0"/>
            </a:br>
            <a:r>
              <a:rPr lang="nl-NL" dirty="0" err="1"/>
              <a:t>Sliders</a:t>
            </a:r>
            <a:r>
              <a:rPr lang="nl-NL" dirty="0"/>
              <a:t> </a:t>
            </a:r>
            <a:r>
              <a:rPr lang="nl-NL" dirty="0" err="1"/>
              <a:t>contain</a:t>
            </a:r>
            <a:r>
              <a:rPr lang="nl-NL" dirty="0"/>
              <a:t> </a:t>
            </a:r>
            <a:r>
              <a:rPr lang="nl-NL" dirty="0" err="1"/>
              <a:t>neodynium</a:t>
            </a:r>
            <a:r>
              <a:rPr lang="nl-NL" dirty="0"/>
              <a:t> </a:t>
            </a:r>
            <a:r>
              <a:rPr lang="nl-NL" dirty="0" err="1"/>
              <a:t>magnets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have a strong </a:t>
            </a:r>
            <a:r>
              <a:rPr lang="nl-NL" dirty="0" err="1"/>
              <a:t>attractive</a:t>
            </a:r>
            <a:r>
              <a:rPr lang="nl-NL" dirty="0"/>
              <a:t> force.</a:t>
            </a:r>
            <a:endParaRPr lang="nl-NL" b="1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4F907CD-08B5-4450-A240-7BBC4C36643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476500" y="100013"/>
            <a:ext cx="5407025" cy="750887"/>
          </a:xfrm>
        </p:spPr>
        <p:txBody>
          <a:bodyPr anchor="ctr"/>
          <a:lstStyle/>
          <a:p>
            <a:pPr marL="0" indent="0">
              <a:buNone/>
            </a:pPr>
            <a:r>
              <a:rPr lang="nl-NL" dirty="0" err="1"/>
              <a:t>FM_SmartClamp_LinMot_EN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4A43ABF-003D-4836-821E-00D6FC5BB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9266" y="862924"/>
            <a:ext cx="2743200" cy="365125"/>
          </a:xfrm>
        </p:spPr>
        <p:txBody>
          <a:bodyPr/>
          <a:lstStyle/>
          <a:p>
            <a:r>
              <a:rPr lang="en-BE"/>
              <a:t>19/10/2022</a:t>
            </a:r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2919CEF-F2E4-4AAB-8DAF-12835361E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3367" y="852332"/>
            <a:ext cx="3065094" cy="365125"/>
          </a:xfrm>
        </p:spPr>
        <p:txBody>
          <a:bodyPr/>
          <a:lstStyle/>
          <a:p>
            <a:r>
              <a:rPr lang="nl-NL"/>
              <a:t>V0.1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2C80E81E-5E9C-5363-5E39-2F772E8CF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657" y="2189163"/>
            <a:ext cx="1289685" cy="1105535"/>
          </a:xfrm>
          <a:prstGeom prst="rect">
            <a:avLst/>
          </a:prstGeom>
        </p:spPr>
      </p:pic>
      <p:pic>
        <p:nvPicPr>
          <p:cNvPr id="8" name="Picture 7" descr="A yellow triangle sign&#10;&#10;Description automatically generated with medium confidence">
            <a:extLst>
              <a:ext uri="{FF2B5EF4-FFF2-40B4-BE49-F238E27FC236}">
                <a16:creationId xmlns:a16="http://schemas.microsoft.com/office/drawing/2014/main" id="{CDBAAB11-87CF-9FAD-8A63-852A5FB5D5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747" y="4228148"/>
            <a:ext cx="1331595" cy="113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1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4F5E8EE6-72A8-45FE-8313-82F67F0831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nl-NL" dirty="0" err="1"/>
              <a:t>Hex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Size</a:t>
            </a:r>
            <a:r>
              <a:rPr lang="nl-NL" dirty="0"/>
              <a:t> 3</a:t>
            </a:r>
          </a:p>
          <a:p>
            <a:pPr lvl="1"/>
            <a:r>
              <a:rPr lang="nl-NL" dirty="0" err="1"/>
              <a:t>Size</a:t>
            </a:r>
            <a:r>
              <a:rPr lang="nl-NL" dirty="0"/>
              <a:t> 4</a:t>
            </a:r>
          </a:p>
          <a:p>
            <a:pPr lvl="1"/>
            <a:r>
              <a:rPr lang="nl-NL" dirty="0" err="1"/>
              <a:t>Size</a:t>
            </a:r>
            <a:r>
              <a:rPr lang="nl-NL" dirty="0"/>
              <a:t> 5</a:t>
            </a:r>
          </a:p>
          <a:p>
            <a:r>
              <a:rPr lang="nl-NL" dirty="0" err="1"/>
              <a:t>Torque</a:t>
            </a:r>
            <a:r>
              <a:rPr lang="nl-NL" dirty="0"/>
              <a:t> </a:t>
            </a:r>
            <a:r>
              <a:rPr lang="nl-NL" dirty="0" err="1"/>
              <a:t>wrench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Fixture</a:t>
            </a: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EF0779-0897-4727-8913-2443F63678B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1x 	Slider screw M8x25 (DIN 7984)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2x	Spherical washer M8 (DIN 6319c)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2x	Shaft screw M6x12 (ISO 4762)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1x	Front plate (0150-5005)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2x	Conical seat M8 (DIN 6319d)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1x	Dished washer 16/8,2/0,9 (DIN2093A)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1x	Slider (0150-1506)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2x	Hardened steel shafts for ball bearings (0150-	5010)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3x	Clamping screw M5x18 (ISO 4762)</a:t>
            </a: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3x	Clamping cylinder (0150-5053)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lvl="0" indent="0" algn="just">
              <a:buNone/>
            </a:pP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A00B1D8-2D29-445E-833E-D1A9D3747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9266" y="862924"/>
            <a:ext cx="2743200" cy="365125"/>
          </a:xfrm>
        </p:spPr>
        <p:txBody>
          <a:bodyPr/>
          <a:lstStyle/>
          <a:p>
            <a:r>
              <a:rPr lang="en-BE"/>
              <a:t>19/10/2022</a:t>
            </a:r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CBCD6C8-BDFE-4136-AA6C-E6AA0DE9D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3367" y="852332"/>
            <a:ext cx="3065094" cy="365125"/>
          </a:xfrm>
        </p:spPr>
        <p:txBody>
          <a:bodyPr/>
          <a:lstStyle/>
          <a:p>
            <a:r>
              <a:rPr lang="nl-NL"/>
              <a:t>V0.1</a:t>
            </a:r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E2EDE941-F26A-D0EB-472B-7E4E43F91DA6}"/>
              </a:ext>
            </a:extLst>
          </p:cNvPr>
          <p:cNvSpPr txBox="1">
            <a:spLocks/>
          </p:cNvSpPr>
          <p:nvPr/>
        </p:nvSpPr>
        <p:spPr>
          <a:xfrm>
            <a:off x="2476500" y="100013"/>
            <a:ext cx="5407025" cy="750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/>
              <a:t>FM_SmartClamp_LinMot_EN</a:t>
            </a:r>
            <a:endParaRPr lang="nl-NL" dirty="0"/>
          </a:p>
        </p:txBody>
      </p:sp>
      <p:pic>
        <p:nvPicPr>
          <p:cNvPr id="1026" name="Picture 2" descr="Inbussleutelset online kopen? - Fashion For Cycling">
            <a:extLst>
              <a:ext uri="{FF2B5EF4-FFF2-40B4-BE49-F238E27FC236}">
                <a16:creationId xmlns:a16="http://schemas.microsoft.com/office/drawing/2014/main" id="{71369209-8BFF-025C-05B7-2B36422A2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67" b="75556" l="833" r="96667">
                        <a14:foregroundMark x1="9722" y1="70000" x2="12778" y2="67778"/>
                        <a14:foregroundMark x1="86944" y1="41667" x2="96944" y2="39167"/>
                        <a14:foregroundMark x1="81389" y1="29167" x2="74444" y2="26667"/>
                        <a14:foregroundMark x1="92778" y1="34444" x2="96667" y2="42500"/>
                        <a14:foregroundMark x1="16389" y1="63333" x2="7778" y2="75833"/>
                        <a14:foregroundMark x1="13889" y1="68333" x2="833" y2="75278"/>
                        <a14:foregroundMark x1="4167" y1="71389" x2="6944" y2="7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081" b="20540"/>
          <a:stretch/>
        </p:blipFill>
        <p:spPr bwMode="auto">
          <a:xfrm rot="879597">
            <a:off x="3611564" y="2189163"/>
            <a:ext cx="2055811" cy="120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EEKSLEUTEL 17 X 19 MM - MetaShop">
            <a:extLst>
              <a:ext uri="{FF2B5EF4-FFF2-40B4-BE49-F238E27FC236}">
                <a16:creationId xmlns:a16="http://schemas.microsoft.com/office/drawing/2014/main" id="{7A8C53E7-14A9-19B3-2F51-27093137C5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08" b="38261"/>
          <a:stretch/>
        </p:blipFill>
        <p:spPr bwMode="auto">
          <a:xfrm rot="10334461">
            <a:off x="3544511" y="3768838"/>
            <a:ext cx="2090526" cy="48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7D5D5D-AF1A-F538-83C8-6A0B776BF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552922" y="4629148"/>
            <a:ext cx="2114453" cy="158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80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EF0779-0897-4727-8913-2443F63678B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1x	Guide block with ball bearings (0150-5002)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1x	Stator (0150-1252)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2x 	Washer M6 20/1,5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2x	Shaft screw M6x12 (ISO 7380)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1x	Brake hole cap (0160-0727)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1x 	Cooling fan 80x80mm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4x 	Square nut M4 (DIN 562)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4x 	Hexagonal spacer M4x16</a:t>
            </a:r>
            <a:endParaRPr lang="en-BE" sz="1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4x	Screw M4x30 (ISO 4762)</a:t>
            </a:r>
            <a:endParaRPr lang="en-US" sz="1800" dirty="0"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1x 	Protective grid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A00B1D8-2D29-445E-833E-D1A9D3747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9266" y="862924"/>
            <a:ext cx="2743200" cy="365125"/>
          </a:xfrm>
        </p:spPr>
        <p:txBody>
          <a:bodyPr/>
          <a:lstStyle/>
          <a:p>
            <a:r>
              <a:rPr lang="en-BE"/>
              <a:t>19/10/2022</a:t>
            </a:r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CBCD6C8-BDFE-4136-AA6C-E6AA0DE9D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3367" y="852332"/>
            <a:ext cx="3065094" cy="365125"/>
          </a:xfrm>
        </p:spPr>
        <p:txBody>
          <a:bodyPr/>
          <a:lstStyle/>
          <a:p>
            <a:r>
              <a:rPr lang="nl-NL"/>
              <a:t>V0.1</a:t>
            </a:r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E2EDE941-F26A-D0EB-472B-7E4E43F91DA6}"/>
              </a:ext>
            </a:extLst>
          </p:cNvPr>
          <p:cNvSpPr txBox="1">
            <a:spLocks/>
          </p:cNvSpPr>
          <p:nvPr/>
        </p:nvSpPr>
        <p:spPr>
          <a:xfrm>
            <a:off x="2476500" y="100013"/>
            <a:ext cx="5407025" cy="750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/>
              <a:t>FM_SmartClamp_LinMot_EN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5943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ACC6E3DB-4AB3-4BCF-884E-4C6C8E5CA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6749" y="107730"/>
            <a:ext cx="3768839" cy="339542"/>
          </a:xfrm>
        </p:spPr>
        <p:txBody>
          <a:bodyPr/>
          <a:lstStyle/>
          <a:p>
            <a:r>
              <a:rPr lang="en-US" dirty="0"/>
              <a:t>Step 1: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24657A-B768-4ADF-889F-967701E5BC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03200" y="711200"/>
            <a:ext cx="8720138" cy="5594350"/>
          </a:xfrm>
        </p:spPr>
        <p:txBody>
          <a:bodyPr/>
          <a:lstStyle/>
          <a:p>
            <a:r>
              <a:rPr lang="en-US" dirty="0"/>
              <a:t>Make sure the assembly kit is available on the work table</a:t>
            </a:r>
          </a:p>
          <a:p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3B3CE7-6664-456A-BB42-2F0CBAAE36D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4812839-B7F5-4A92-8A55-5239583B0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</a:p>
        </p:txBody>
      </p:sp>
    </p:spTree>
    <p:extLst>
      <p:ext uri="{BB962C8B-B14F-4D97-AF65-F5344CB8AC3E}">
        <p14:creationId xmlns:p14="http://schemas.microsoft.com/office/powerpoint/2010/main" val="103681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800707-89B7-7131-B6CD-52EE05CFA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2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DA8DE-488F-7014-F8B2-361FAC1953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Grab the black guide block from the table and position it in the fixture with the T-slots upwards and the 3 holes towards you.</a:t>
            </a:r>
            <a:endParaRPr lang="en-BE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F6005-8C3B-DA81-7102-CF8F4B57AAA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C0D73-FD61-286F-02B6-3D31263EC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10756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A6D13D-840D-E459-97B3-222AE6FC9A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3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F16D1-91BE-2D8D-5E97-4729012AC8B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GB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Grab the stator from the kit.</a:t>
            </a:r>
            <a:endParaRPr lang="en-BE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14F0A-1002-A995-8FB6-F121C601BC1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6A929-5116-8594-805A-43CEDBAB1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68542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FD34F4-3C45-452A-C567-D8CC4921A6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4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2D4AD-CDA3-4981-5049-1018B264F5A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GB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the stator carefully in the housing from the right side.</a:t>
            </a:r>
            <a:endParaRPr lang="en-BE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22D49-4FA5-7374-199D-A3A63E79B78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815B6-CEFE-3876-5D28-FF49EBFE0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64993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2C4F9E-C402-D9E8-BBA2-85F5CE4281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5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492EA-0FD9-8C87-2BD7-C3938781254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Fix the stator in the housing:</a:t>
            </a:r>
            <a:r>
              <a:rPr lang="en-GB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BE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Grab three clamping cylinders from the container on the table</a:t>
            </a:r>
            <a:endParaRPr lang="en-BE" sz="2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Grab three clamping screws M5x18</a:t>
            </a:r>
            <a:endParaRPr lang="en-BE" sz="2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 the clamping cylinders completely and put a screw in each of them.</a:t>
            </a:r>
            <a:endParaRPr lang="en-BE" sz="2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04C2C-151E-4176-E014-F906DF35F2F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F0036-9951-AC38-38A0-2AE1807F9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201DDA-8791-F212-071A-61498C3445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43" y="3527136"/>
            <a:ext cx="4406359" cy="2619664"/>
          </a:xfrm>
          <a:prstGeom prst="rect">
            <a:avLst/>
          </a:prstGeo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A9936AE6-6123-377E-CD90-B8278D07A0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555" y="3527135"/>
            <a:ext cx="3909779" cy="261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683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A6CB55-7AB3-DF8C-47AD-3E52BF7A9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6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F81B9-0D9B-4A52-3F80-E2C80CC8044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GB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Grab the brake hole cap from the container and push it in the hole on the guide block.</a:t>
            </a:r>
            <a:endParaRPr lang="en-BE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56BD0-F95E-BD9B-95BE-D0418F84FA2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ABC50-C588-7D75-D546-0C1EDAE25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40906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BA1883-3BA5-95E8-C433-58F3B9BF3B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7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C6B79-30F5-809A-16A8-DDB06EF944D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Assemble the slider:</a:t>
            </a: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Grab the tube with the slider from the kit.</a:t>
            </a:r>
            <a:endParaRPr lang="en-US" sz="28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the tube and carefully extract the slider rod. It is highly magnetic, so grasp it firmly.</a:t>
            </a:r>
            <a:endParaRPr lang="en-US" sz="28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 the slider into the stator from the left side. You’ll notice some resistance resulting from the magnetic effects.</a:t>
            </a:r>
          </a:p>
          <a:p>
            <a:pPr lvl="1" algn="just"/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Put the tube back in the kit.</a:t>
            </a:r>
            <a:endParaRPr lang="en-BE" sz="2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E647E-6742-938D-AE85-60C9F445D71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8BCE-7E2A-9E9C-3855-2BF2FF1CE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79804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D80B93-A4C4-E4C9-9CAF-338AF647EE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8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882A7-B654-2EAC-09F6-F6454A3300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GB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 the hardened steel shafts in the guide block from the right side.</a:t>
            </a:r>
            <a:endParaRPr lang="en-BE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96324-AFFE-8F5D-7970-EACBCD8680C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17D5C-D08C-6567-4462-C148EEE69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64189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19FEBA-A0E8-502B-E0F4-F5FB3CAC4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9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48437-BCA4-2438-CC7A-8259EB5E1DC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Put the front plate against the two shafts.</a:t>
            </a:r>
            <a:endParaRPr lang="en-US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 sure ‘This side up’ is visible after mounting. The text should be oriented towards the housing.</a:t>
            </a:r>
            <a:endParaRPr lang="en-US" sz="28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Fix the front plate to the shafts by using the two shaft screws M6x12 and the hex key (size 5).</a:t>
            </a:r>
            <a:endParaRPr lang="en-BE" sz="2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2A5A0-3328-852F-736B-492ED22109F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6C72E-BE67-EC31-2DE0-7AC663AB6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  <p:pic>
        <p:nvPicPr>
          <p:cNvPr id="6" name="Picture 5" descr="A picture containing person, indoor&#10;&#10;Description automatically generated">
            <a:extLst>
              <a:ext uri="{FF2B5EF4-FFF2-40B4-BE49-F238E27FC236}">
                <a16:creationId xmlns:a16="http://schemas.microsoft.com/office/drawing/2014/main" id="{0A50D181-F002-7E80-075B-6B519D3824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97" b="6149"/>
          <a:stretch/>
        </p:blipFill>
        <p:spPr bwMode="auto">
          <a:xfrm>
            <a:off x="2383967" y="3211917"/>
            <a:ext cx="4677637" cy="257374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11669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9C99F9-F48A-B9F8-AE1A-9009953FA7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10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D5D9A-1A7A-9A63-4379-664FFF4CF7F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GB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Prepare the slider screw</a:t>
            </a:r>
          </a:p>
          <a:p>
            <a:pPr marL="742950" lvl="1" indent="-285750" algn="just">
              <a:buFont typeface="Symbol" panose="05050102010706020507" pitchFamily="18" charset="2"/>
              <a:buChar char=""/>
            </a:pPr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Grab the slider screw M8x25 from the container.</a:t>
            </a:r>
            <a:endParaRPr lang="en-BE" sz="2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Symbol" panose="05050102010706020507" pitchFamily="18" charset="2"/>
              <a:buChar char=""/>
            </a:pPr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Grab 2 spherical washers, 1 conical seat and 1 dished washer from the container.</a:t>
            </a:r>
            <a:endParaRPr lang="en-BE" sz="2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Symbol" panose="05050102010706020507" pitchFamily="18" charset="2"/>
              <a:buChar char=""/>
            </a:pPr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Place the spherical washer on the slider screw and insert it into the front plate. The conical seat is milled into the front plate.</a:t>
            </a:r>
            <a:endParaRPr lang="en-BE" sz="2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0DDA2-4EA1-99DE-7167-6E0D55C4F91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E252E-DB18-6BFC-FBF0-D1D03A75B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247043B9-7552-BC17-3CC0-F08FB70B56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269" y="3802856"/>
            <a:ext cx="4046799" cy="23439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CFB20-A253-6A90-790A-D9462E830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858" y="2164686"/>
            <a:ext cx="2615942" cy="196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9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0E52F1-B35C-A244-9ADE-7F38EBC520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11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2D08-AD4B-A7A6-8DAC-41B5832BD86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Attach the front plate to the slider:</a:t>
            </a:r>
          </a:p>
          <a:p>
            <a:pPr lvl="1"/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Place the conical seat, the spherical washer and the dished washer on the other side of the front plate onto the slider screw</a:t>
            </a:r>
          </a:p>
          <a:p>
            <a:pPr lvl="1"/>
            <a:r>
              <a:rPr lang="en-US" sz="2800" dirty="0"/>
              <a:t>Screw the bolt into the slider rod end. Use a hex key (size 5) for this.</a:t>
            </a:r>
            <a:endParaRPr lang="en-BE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2FAA8-5B34-AFBB-C39B-98B0328278D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Torque at max 6Nm.</a:t>
            </a:r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1149E-5038-7416-58BF-866DCEEA2E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78AB6C-F369-E4E3-F466-B804EB506B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77" y="3506846"/>
            <a:ext cx="3923692" cy="263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47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953950-D094-E3B8-D5FF-573C7CD7BB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12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D3FC2-E4EE-7A76-E66F-44E15905476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Grab 4 square nuts M4 and 4 hexagonal spacers M4x16 from the containers on the table.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1BA57-DA2C-5DFD-6F51-DC161790E96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B13EE-16F8-3EFB-F6B7-8D2C8F06D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21565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7B8B3A-FCFB-5B81-EA49-21217BCE8B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13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A2974-FF38-0C7C-19BD-402EA3F5515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BE" dirty="0" err="1"/>
              <a:t>Assemble</a:t>
            </a:r>
            <a:r>
              <a:rPr lang="nl-BE" dirty="0"/>
              <a:t> </a:t>
            </a:r>
            <a:r>
              <a:rPr lang="nl-BE" dirty="0" err="1"/>
              <a:t>spacers</a:t>
            </a:r>
            <a:r>
              <a:rPr lang="nl-BE" dirty="0"/>
              <a:t>:</a:t>
            </a:r>
          </a:p>
          <a:p>
            <a:pPr lvl="1"/>
            <a:r>
              <a:rPr lang="en-US" sz="2800" dirty="0"/>
              <a:t>Slide the 4 square nuts into the T-slots on the guide block in the correct positions.</a:t>
            </a:r>
          </a:p>
          <a:p>
            <a:pPr lvl="1"/>
            <a:r>
              <a:rPr lang="en-US" sz="2800" dirty="0"/>
              <a:t>Screw the 4 hexagonal spacers onto the square nuts.</a:t>
            </a:r>
          </a:p>
          <a:p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3A438-0158-F817-F14B-A95D2762841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C5F8F-A0EC-9911-8337-E8D82CE48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  <p:pic>
        <p:nvPicPr>
          <p:cNvPr id="6" name="Picture 5" descr="A picture containing indoor&#10;&#10;Description automatically generated">
            <a:extLst>
              <a:ext uri="{FF2B5EF4-FFF2-40B4-BE49-F238E27FC236}">
                <a16:creationId xmlns:a16="http://schemas.microsoft.com/office/drawing/2014/main" id="{1CD16B4A-62DA-D710-9142-A348F260AB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815" y="2757174"/>
            <a:ext cx="4521546" cy="3389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5409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42E8EA-398C-B3F5-3E8D-DF802B5057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14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5F4C3-8F30-2F87-4987-D03344C8A1B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Put the cooling fan on top of the spacers and adjust the spacer position if necessary.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1DB5F-D70E-6BA0-95B7-DCC89864608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8FF07-33CE-01AB-7B98-81B8FE408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C394B3-CA42-5304-DA71-EAD2EC75B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751" y="2001120"/>
            <a:ext cx="5233035" cy="392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46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5E25DE-D14B-A1CB-2282-DB408670D1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15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9098B-AE2F-6BCF-18F0-611A38C314C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Put the grid on top of the cooling fan.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60850-0D74-FCE7-297A-B32C67506CD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DA968-E2A7-14C2-1498-0E0D752E9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8A6053-F79C-16F7-8E1D-F62B80176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59" y="1417709"/>
            <a:ext cx="6364820" cy="477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58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C01EE0-DA2F-C714-8AEC-7335143D82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16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06421-55B1-C091-A272-9DC37DA259E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just"/>
            <a:r>
              <a:rPr lang="en-GB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Assemble cooling fan</a:t>
            </a: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Grab 4 screws M4x30 from the container on the table</a:t>
            </a:r>
            <a:endParaRPr lang="en-US" sz="28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Fix the 4 screws using the hex key (size 5)</a:t>
            </a:r>
            <a:endParaRPr lang="en-BE" sz="2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2C04B-4BA5-8FE5-7A4B-158F386573E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93990-D19D-504E-91E9-6A80750D0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E4F6E5-2429-D532-8D1B-21C7F1021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790" y="2224406"/>
            <a:ext cx="5233501" cy="392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193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41F116-36A3-83DB-2947-1C2454E74C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Step 17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56B8-62B6-F684-0D63-26056C3FCAB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 assembly is finished.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87775-1DE2-56D5-4EE9-1F29EBBE2FA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632FB-C9D1-C579-8D0B-3EB4228EA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V0.1</a:t>
            </a:r>
            <a:endParaRPr lang="nl-NL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2CFBE00-1A5E-7E43-B158-DC49BA1BB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869" y="1679171"/>
            <a:ext cx="3931920" cy="393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20136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96A9"/>
      </a:accent1>
      <a:accent2>
        <a:srgbClr val="2AB6BE"/>
      </a:accent2>
      <a:accent3>
        <a:srgbClr val="037B84"/>
      </a:accent3>
      <a:accent4>
        <a:srgbClr val="5F565E"/>
      </a:accent4>
      <a:accent5>
        <a:srgbClr val="953683"/>
      </a:accent5>
      <a:accent6>
        <a:srgbClr val="95C11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Flanders Make</Template>
  <TotalTime>8687</TotalTime>
  <Words>755</Words>
  <Application>Microsoft Office PowerPoint</Application>
  <PresentationFormat>Widescreen</PresentationFormat>
  <Paragraphs>115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Symbol</vt:lpstr>
      <vt:lpstr>Verdana</vt:lpstr>
      <vt:lpstr>Kantoorthema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Bart Van Doninck</dc:creator>
  <cp:lastModifiedBy>Bart Van Doninck</cp:lastModifiedBy>
  <cp:revision>3</cp:revision>
  <dcterms:created xsi:type="dcterms:W3CDTF">2022-04-13T09:18:37Z</dcterms:created>
  <dcterms:modified xsi:type="dcterms:W3CDTF">2022-10-20T10:44:49Z</dcterms:modified>
</cp:coreProperties>
</file>